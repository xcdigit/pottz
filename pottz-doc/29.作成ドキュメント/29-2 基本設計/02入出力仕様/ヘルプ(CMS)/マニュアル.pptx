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6" r:id="rId8"/>
    <p:sldId id="265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186" y="74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B9DA7D-01C4-4D41-9485-DE15C636FF19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kumimoji="1" lang="ja-JP" altLang="en-US"/>
        </a:p>
      </dgm:t>
    </dgm:pt>
    <dgm:pt modelId="{834A11CC-11DC-4620-B28C-DF2EE822AC02}">
      <dgm:prSet custT="1"/>
      <dgm:spPr/>
      <dgm:t>
        <a:bodyPr/>
        <a:lstStyle/>
        <a:p>
          <a:pPr rtl="0"/>
          <a:r>
            <a:rPr kumimoji="1" lang="ja-JP" altLang="en-US" sz="900" smtClean="0">
              <a:latin typeface="Meiryo UI" panose="020B0604030504040204" pitchFamily="50" charset="-128"/>
              <a:ea typeface="Meiryo UI" panose="020B0604030504040204" pitchFamily="50" charset="-128"/>
            </a:rPr>
            <a:t>・申し込み		</a:t>
          </a:r>
          <a:endParaRPr lang="ja-JP" altLang="en-US" sz="9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8F31F4B-5CF8-47D9-8712-108C03EED281}" type="parTrans" cxnId="{29A520BE-3522-42DE-869D-6651F0FFBB6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E17728D-4543-4D07-96BC-8BD74CB011BB}" type="sibTrans" cxnId="{29A520BE-3522-42DE-869D-6651F0FFBB6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DF251800-897A-42F7-B9E8-8A1C7B135E5A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↳申し込み流れ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8E28ACC-8D5A-421E-8FBF-7D362E59BA44}" type="parTrans" cxnId="{FB81D03F-2A4C-41D7-A180-0789116B0DC7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F8EC53B-86C1-4BBE-9166-EBDB787BBA11}" type="sibTrans" cxnId="{FB81D03F-2A4C-41D7-A180-0789116B0DC7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A508C3E-532E-47A5-8BD7-B6026DD1D6AA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↳解約流れ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B71AB8E-DB5E-4F9F-B1A1-8778CBAC31A9}" type="parTrans" cxnId="{93AA2C94-0B53-4D0C-A97C-EAD2D2E25808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0A73CC30-49B6-4227-BA2E-34FB0F1CD5AE}" type="sibTrans" cxnId="{93AA2C94-0B53-4D0C-A97C-EAD2D2E25808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584DBFC-B92D-426B-A26C-8B7914376331}">
      <dgm:prSet custT="1"/>
      <dgm:spPr/>
      <dgm:t>
        <a:bodyPr/>
        <a:lstStyle/>
        <a:p>
          <a:pPr rtl="0"/>
          <a:r>
            <a:rPr kumimoji="1" lang="ja-JP" altLang="en-US" sz="900" smtClean="0">
              <a:latin typeface="Meiryo UI" panose="020B0604030504040204" pitchFamily="50" charset="-128"/>
              <a:ea typeface="Meiryo UI" panose="020B0604030504040204" pitchFamily="50" charset="-128"/>
            </a:rPr>
            <a:t>・商品ポータル		</a:t>
          </a:r>
          <a:endParaRPr lang="ja-JP" altLang="en-US" sz="9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F08C442-B86A-49B8-94DB-A650D905BF1D}" type="parTrans" cxnId="{25E11F5A-C4EA-4C07-90B2-3CB4CA5043B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8B0E924-5A03-4E96-958E-0B3D9E82366E}" type="sibTrans" cxnId="{25E11F5A-C4EA-4C07-90B2-3CB4CA5043B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25240C2-CFFA-4D09-94B1-BF305354C25F}">
      <dgm:prSet custT="1"/>
      <dgm:spPr/>
      <dgm:t>
        <a:bodyPr/>
        <a:lstStyle/>
        <a:p>
          <a:pPr rtl="0"/>
          <a:r>
            <a:rPr kumimoji="1" lang="ja-JP" altLang="en-US" sz="900" smtClean="0">
              <a:latin typeface="Meiryo UI" panose="020B0604030504040204" pitchFamily="50" charset="-128"/>
              <a:ea typeface="Meiryo UI" panose="020B0604030504040204" pitchFamily="50" charset="-128"/>
            </a:rPr>
            <a:t>・入荷		</a:t>
          </a:r>
          <a:endParaRPr lang="ja-JP" altLang="en-US" sz="9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CB215C3-9D04-4697-87B8-24036C252091}" type="parTrans" cxnId="{599C6104-B00F-4BB0-AA64-BFA339D2FAC4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E380610-DAC4-4DF2-BD5D-F5948774AC66}" type="sibTrans" cxnId="{599C6104-B00F-4BB0-AA64-BFA339D2FAC4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4DE5B0D-2CDB-45C4-87F1-F4E47BCC8F32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↳入荷予定入力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A8EB878-62EE-4098-809E-3BB8C803EF79}" type="parTrans" cxnId="{D18103F0-713A-47C5-8599-C068690C8D1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00CB39E-43B5-41EC-867D-DBE5B3F98C0F}" type="sibTrans" cxnId="{D18103F0-713A-47C5-8599-C068690C8D1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628EA04A-3027-43F7-B5CC-A7408CC7EEE0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↳入荷予定照会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D20E7D1-1E6A-4DDD-9632-3147FEB80426}" type="parTrans" cxnId="{4930D930-DE0B-4427-99B8-AC19A711132C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BFD1974-BBDA-4F30-896D-C3D309F6C171}" type="sibTrans" cxnId="{4930D930-DE0B-4427-99B8-AC19A711132C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02050C3F-CD1A-417E-AC20-ACB6489155AB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↳入荷検品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9A68983-1287-48E7-8A07-71A373AC3462}" type="parTrans" cxnId="{D6CBAE64-C325-4BB9-963D-2BE9468F985B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37C78C7-2FCC-4572-BBF7-98894791967D}" type="sibTrans" cxnId="{D6CBAE64-C325-4BB9-963D-2BE9468F985B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8E4219F-E115-4453-88F3-9709AB06DAB1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↳入庫入力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E21463D-1806-44DE-86F5-EF379CB0209F}" type="parTrans" cxnId="{AE242C4D-4E00-46CE-81B3-63C2389AA6DE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9EACC38-3EEE-40CF-9920-D0BB809DD012}" type="sibTrans" cxnId="{AE242C4D-4E00-46CE-81B3-63C2389AA6DE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700A1E0-C4F2-4F9E-818F-8D9926D5EFC1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↳入荷照会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92564B0-4D20-4BE9-A920-956857E15389}" type="parTrans" cxnId="{6BDE326E-2A06-47C3-B1F3-24D86F65CC9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57ED403-588B-44A8-883E-EE53B66F5CF8}" type="sibTrans" cxnId="{6BDE326E-2A06-47C3-B1F3-24D86F65CC9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DC149467-98DA-4E82-93C2-B8F67877BE48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↳入荷確定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FF14BFD-4FE9-4750-BEB5-03ADBC3A6A85}" type="parTrans" cxnId="{0C321FAC-D0BB-4574-B569-6A162A38EAFE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688C546-5AD0-43DE-A117-E7073FFFC25A}" type="sibTrans" cxnId="{0C321FAC-D0BB-4574-B569-6A162A38EAFE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7481750-93E0-4082-B542-F20C2BF52499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↳入荷確定データ出力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4ADD840-DB4A-479E-9A26-101C601EB309}" type="parTrans" cxnId="{8D84C04B-D97B-450A-91B9-1CEA1A37674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EA6F23E-A97B-41C9-9568-D5FC17B598D0}" type="sibTrans" cxnId="{8D84C04B-D97B-450A-91B9-1CEA1A37674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19387FA-9E91-4505-BDE8-C1FC6A491D64}">
      <dgm:prSet custT="1"/>
      <dgm:spPr/>
      <dgm:t>
        <a:bodyPr/>
        <a:lstStyle/>
        <a:p>
          <a:pPr rtl="0"/>
          <a:r>
            <a:rPr kumimoji="1" lang="ja-JP" altLang="en-US" sz="900" smtClean="0">
              <a:latin typeface="Meiryo UI" panose="020B0604030504040204" pitchFamily="50" charset="-128"/>
              <a:ea typeface="Meiryo UI" panose="020B0604030504040204" pitchFamily="50" charset="-128"/>
            </a:rPr>
            <a:t>・出荷		</a:t>
          </a:r>
          <a:endParaRPr lang="ja-JP" altLang="en-US" sz="9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39408B6-8E9E-418E-8798-8D453D313CF3}" type="parTrans" cxnId="{FA1DB33E-93CA-4459-8B96-6829967DD06F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1079839-B090-4D18-9AEE-A20424FBDD43}" type="sibTrans" cxnId="{FA1DB33E-93CA-4459-8B96-6829967DD06F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2F179C9-A733-4F68-8050-90BE8BDD52A2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↳出荷予定入力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A800EA8-0A64-4D32-9D2B-81E65568DFF7}" type="parTrans" cxnId="{2BA8A0C3-0866-446D-AFD0-6F8F4DDAC8C2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7CBEC6B-16D4-4064-B37A-DBCB3FD2334C}" type="sibTrans" cxnId="{2BA8A0C3-0866-446D-AFD0-6F8F4DDAC8C2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071CEE4C-E864-4DC0-A77D-A833D4666F69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↳出荷予定照会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5A324C9-B38C-4A37-86AC-1A6250AAB44D}" type="parTrans" cxnId="{360656D5-8A66-45FF-AAD9-7FAE043F020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F6AC97F-3E17-49FE-A9D2-950EEF53B930}" type="sibTrans" cxnId="{360656D5-8A66-45FF-AAD9-7FAE043F020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8A001FB-ECC5-408B-A38B-F92B21ACF0A5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↳欠品伝票照会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04833E9E-4A01-4F9A-BF75-A9E916ADDCCB}" type="parTrans" cxnId="{325272C5-FAEE-4476-B5A8-7B04E7F205AF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C46BB66-07D6-4CD0-9AE4-C3B3D55708DB}" type="sibTrans" cxnId="{325272C5-FAEE-4476-B5A8-7B04E7F205AF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D892FC43-E0FD-463E-A2B5-69D060EFF43F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↳ピッキングリスト（シングル）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66146375-9076-4033-B444-E4EE0E9169EF}" type="parTrans" cxnId="{B3357439-417E-4C9D-A01A-ED28CAE0528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617AD180-1BD5-4211-9081-9D6F7ABC2775}" type="sibTrans" cxnId="{B3357439-417E-4C9D-A01A-ED28CAE0528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F1FFEFB-88B1-4C69-9010-E80F0AAD6108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↳出庫入力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8BB3BB4-7EE1-441A-B054-EB0ABFEBE9E1}" type="parTrans" cxnId="{58173E96-E730-4909-B6B3-1BED465E751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905B7CC-1B80-492B-8F95-A651AD756A31}" type="sibTrans" cxnId="{58173E96-E730-4909-B6B3-1BED465E751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E062B7A-FC8E-46E7-A04C-900F003B5CEC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↳出庫照会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1DE5035-0F19-4C35-A8CB-477918333AC4}" type="parTrans" cxnId="{BDF78C93-291C-440C-A0C6-0E9B24051DBB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A9464E6-0762-4FA7-AE55-F5A07114022E}" type="sibTrans" cxnId="{BDF78C93-291C-440C-A0C6-0E9B24051DBB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A777838-BDDE-49DB-A48C-6649B97684AB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↳納品書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28C0A6E-5624-4ABC-A5A8-8378FE8CA88F}" type="parTrans" cxnId="{419DF7D1-9D9D-4867-B5C9-BACC5533135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DB564B7-5D4B-4E87-8C97-41E6AC3731E2}" type="sibTrans" cxnId="{419DF7D1-9D9D-4867-B5C9-BACC5533135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E2D6767-F56A-408E-A0B5-60487CDDB550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↳出荷検品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1EF66C2-2FBA-4ACF-8F6E-644BB845E3CE}" type="parTrans" cxnId="{F029E746-4918-49EB-BB20-C57F1AE99BC2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1B8F9E9-57AE-4EAE-9FEB-18836D2EAE21}" type="sibTrans" cxnId="{F029E746-4918-49EB-BB20-C57F1AE99BC2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0C57429-C3F8-404E-9B9A-1A48CAE71F97}">
      <dgm:prSet custT="1"/>
      <dgm:spPr/>
      <dgm:t>
        <a:bodyPr/>
        <a:lstStyle/>
        <a:p>
          <a:pPr rtl="0"/>
          <a:r>
            <a:rPr kumimoji="1" lang="ja-JP" altLang="en-US" sz="900" smtClean="0">
              <a:latin typeface="Meiryo UI" panose="020B0604030504040204" pitchFamily="50" charset="-128"/>
              <a:ea typeface="Meiryo UI" panose="020B0604030504040204" pitchFamily="50" charset="-128"/>
            </a:rPr>
            <a:t>・棚卸		</a:t>
          </a:r>
          <a:endParaRPr lang="ja-JP" altLang="en-US" sz="9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487F591-F2A3-4E8C-ACDB-59857935A596}" type="parTrans" cxnId="{D8BBB016-7CDB-486E-93F2-0D34A5A227C0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EDAF9F0-ACAF-4275-A099-74F9DA82CBBE}" type="sibTrans" cxnId="{D8BBB016-7CDB-486E-93F2-0D34A5A227C0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67B33E5-6290-4D82-A0E7-698FE2FB0ED2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↳棚卸開始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D983312-1907-4ACC-864C-DE8C6EF9478C}" type="parTrans" cxnId="{9BEE7312-9062-4603-9490-3B076DA03003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F149CAD-9B69-460C-BE79-222523E396AE}" type="sibTrans" cxnId="{9BEE7312-9062-4603-9490-3B076DA03003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B9A1326-DC8C-4F7F-A73A-E6D6623322C8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↳棚卸照会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9062779-5185-4E75-A5F0-05F15BE3F47B}" type="parTrans" cxnId="{913F99B2-8970-428D-B765-39C7860B008C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D8D1E59A-4698-4518-BBB5-5A53CC9F5C17}" type="sibTrans" cxnId="{913F99B2-8970-428D-B765-39C7860B008C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317B82A-6DF2-4163-8945-62BEBD13672F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↳棚卸確定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AC31E04-CBC8-4ABE-82DB-94E1872F8BAF}" type="parTrans" cxnId="{33C218DC-0F9F-4F1C-A6DA-5A424C00D2E7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9912A8F-B63B-462B-9620-72A1DA89EDFA}" type="sibTrans" cxnId="{33C218DC-0F9F-4F1C-A6DA-5A424C00D2E7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1008797-2780-4D72-B0E5-D40FE9698110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↳棚卸データ出力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21221E5-1475-404C-9F7F-FA2FBDB9E60D}" type="parTrans" cxnId="{C49DFFE9-378C-4C04-91BD-251FD35231C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4319E9E-0AEB-4780-820E-E57905376D8A}" type="sibTrans" cxnId="{C49DFFE9-378C-4C04-91BD-251FD35231C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2737918-E837-4CDF-9BAE-89EBB9F92385}">
      <dgm:prSet custT="1"/>
      <dgm:spPr/>
      <dgm:t>
        <a:bodyPr/>
        <a:lstStyle/>
        <a:p>
          <a:pPr rtl="0"/>
          <a:r>
            <a:rPr kumimoji="1" lang="ja-JP" altLang="en-US" sz="900" smtClean="0">
              <a:latin typeface="Meiryo UI" panose="020B0604030504040204" pitchFamily="50" charset="-128"/>
              <a:ea typeface="Meiryo UI" panose="020B0604030504040204" pitchFamily="50" charset="-128"/>
            </a:rPr>
            <a:t>・マスタ設定		</a:t>
          </a:r>
          <a:endParaRPr lang="ja-JP" altLang="en-US" sz="9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456035E-2803-41F2-B24A-5E08D6A6FBB3}" type="parTrans" cxnId="{9EC2D75C-C9C2-46C3-95B7-6F8B5F0C577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632C7D6-3F91-4F81-8A29-C1C2721FF8EE}" type="sibTrans" cxnId="{9EC2D75C-C9C2-46C3-95B7-6F8B5F0C577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49C0E0B-B459-4F2D-9A99-5DD4C121442B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↳会社マスタ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969D0F6-57C2-4281-8571-782126DD5401}" type="parTrans" cxnId="{A4A99703-71B7-49C0-8F5E-38323D0B11A0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48716CA-5DE7-4302-B74F-321B5E2E8723}" type="sibTrans" cxnId="{A4A99703-71B7-49C0-8F5E-38323D0B11A0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CC81E64-BB9C-4895-A713-677652F4B207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↳荷主マスタ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FA70F9C-FA43-4E33-AF93-C991D087641D}" type="parTrans" cxnId="{71A8A9AC-1F56-403F-B31A-03E9BD0C23C6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5C4A64C-7A70-4156-A199-E4E77FBE5DF3}" type="sibTrans" cxnId="{71A8A9AC-1F56-403F-B31A-03E9BD0C23C6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ADB9205-325E-4D16-A065-CDA21C75CAC4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↳商品マスタ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1A04437-4F46-4B85-8209-072A21C40EFA}" type="parTrans" cxnId="{6DA96F33-9A7B-47DE-BBDF-0F0E39760E27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0DB2344-8E3B-4732-A3F8-832CC55473DE}" type="sibTrans" cxnId="{6DA96F33-9A7B-47DE-BBDF-0F0E39760E27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B41B9ED-7C8E-4F57-9EA6-9F63F70EBB02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↳組織マスタ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2B54125-C536-45F1-B146-AEA9D3690CBF}" type="parTrans" cxnId="{C4CAB16B-7264-49C1-958F-90B6F3448E44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BD7C386-E216-464C-84EA-E7192E8581E9}" type="sibTrans" cxnId="{C4CAB16B-7264-49C1-958F-90B6F3448E44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F640CD2-CF63-4DC7-B68F-625DD91320B7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↳得意先マスタ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9C1FFEA-F988-42CB-AA07-630C5B26DAA0}" type="parTrans" cxnId="{276F98D1-D15A-4C83-97AF-C25589D79A2D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AB2C035-E0D2-41DE-91AC-EC0D82DA07B1}" type="sibTrans" cxnId="{276F98D1-D15A-4C83-97AF-C25589D79A2D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CF22541-7C56-4A65-B261-4BBF9EBB7D38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↳仕入マスタ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16D0CC4-DFD5-46BC-8A31-A0F4DF3B8049}" type="parTrans" cxnId="{9EBF1D50-6598-4092-8FE8-3741E797BB8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C5C0DAD-BF11-4C3B-95BD-0572890F28A8}" type="sibTrans" cxnId="{9EBF1D50-6598-4092-8FE8-3741E797BB8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8D962F3-0B77-46D6-B67B-63EDA344B445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↳ロケーションマスタ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6E5180DF-B23A-4A69-8FCB-81CC72BE7725}" type="parTrans" cxnId="{62E883BE-7334-4713-9BE0-CD52C56880EA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D68DD5BC-E0EA-4C21-94D6-CF354EB82947}" type="sibTrans" cxnId="{62E883BE-7334-4713-9BE0-CD52C56880EA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2305E8A-3F4C-479E-9338-8CF63AB52AEB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↳カレンダーマスタ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7AA8DDC-E4DC-40FB-A2A2-2A5CE054E99E}" type="parTrans" cxnId="{89F21A20-A7D2-4780-8D7C-EE84F7461462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35F9DCE-D389-4A64-8514-B8D07E1495A5}" type="sibTrans" cxnId="{89F21A20-A7D2-4780-8D7C-EE84F7461462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2A38087-D1B5-4D14-8068-2B99195464C6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↳帳票マスタ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6E99E75-2FEB-46ED-BA7D-7BC3DCF4A595}" type="parTrans" cxnId="{E8735AAD-7D44-4A52-AD33-1F9C12E0D510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245117B-D2E0-4F58-8824-44550D693264}" type="sibTrans" cxnId="{E8735AAD-7D44-4A52-AD33-1F9C12E0D510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6D0B57B-1B17-4FF1-AA3E-6D29965AA2ED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↳ロールマスタ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D8579751-5C78-4DA6-AE9B-E40DB636D51B}" type="parTrans" cxnId="{69CDAFDF-B064-4DF8-9419-D4C4DE94795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D9ADAA8-968A-4E07-B311-6309BA3BA124}" type="sibTrans" cxnId="{69CDAFDF-B064-4DF8-9419-D4C4DE947955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BC81F49-E5A4-43BF-A0CF-D8B098BD1522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↳納入先マスタ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5FC4151-E52C-437D-958C-1847F3FF4A3F}" type="parTrans" cxnId="{04DA391F-E63D-4D64-9B6D-FB7B1FBE4EDC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6E81EE5-F4F4-43F4-AAFC-836ECAFB8D2A}" type="sibTrans" cxnId="{04DA391F-E63D-4D64-9B6D-FB7B1FBE4EDC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38FDC86-D75F-4650-BC4C-A5EED83D7C50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↳配送業者マスタ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DAD97DF-AAC0-48F0-AA6E-F76B733BA7BB}" type="parTrans" cxnId="{93EEEE65-C4A2-408B-94BC-2F2474B25FDB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B39D3A2-211A-43DC-979F-70EBB11702F1}" type="sibTrans" cxnId="{93EEEE65-C4A2-408B-94BC-2F2474B25FDB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3F08C53-EA21-4162-A9E3-8FEE743CEA42}">
      <dgm:prSet custT="1"/>
      <dgm:spPr/>
      <dgm:t>
        <a:bodyPr/>
        <a:lstStyle/>
        <a:p>
          <a:pPr rtl="0"/>
          <a:r>
            <a:rPr kumimoji="1" lang="ja-JP" altLang="en-US" sz="900" smtClean="0">
              <a:latin typeface="Meiryo UI" panose="020B0604030504040204" pitchFamily="50" charset="-128"/>
              <a:ea typeface="Meiryo UI" panose="020B0604030504040204" pitchFamily="50" charset="-128"/>
            </a:rPr>
            <a:t>・設定		</a:t>
          </a:r>
          <a:endParaRPr lang="ja-JP" altLang="en-US" sz="9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76EEB98-9FF6-4547-8F7F-7D8F4F3C2BCB}" type="parTrans" cxnId="{74888A10-5736-4B64-9F1C-A05133D0C886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6834264-9877-406F-9FCB-B072C207B16C}" type="sibTrans" cxnId="{74888A10-5736-4B64-9F1C-A05133D0C886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C71B2F48-A49A-4604-8E6D-536FA730CD0E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↳メッセージマスタ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95A6961-4820-4A0C-B96C-8B9BADF5DE00}" type="parTrans" cxnId="{27EFE56C-F725-47BE-9FD5-57331ECDCCF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AE6224C-C769-419B-BEE4-CD1C3D2BEB1D}" type="sibTrans" cxnId="{27EFE56C-F725-47BE-9FD5-57331ECDCCF9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2A2972D-9280-45F3-A377-BD51148F75F1}">
      <dgm:prSet custT="1"/>
      <dgm:spPr/>
      <dgm:t>
        <a:bodyPr/>
        <a:lstStyle/>
        <a:p>
          <a:pPr rtl="0"/>
          <a:r>
            <a:rPr kumimoji="1" lang="ja-JP" altLang="en-US" sz="700" smtClean="0">
              <a:latin typeface="Meiryo UI" panose="020B0604030504040204" pitchFamily="50" charset="-128"/>
              <a:ea typeface="Meiryo UI" panose="020B0604030504040204" pitchFamily="50" charset="-128"/>
            </a:rPr>
            <a:t>↳ユーザライセンスマスタ	</a:t>
          </a:r>
          <a:endParaRPr lang="ja-JP" altLang="en-US" sz="7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48065B2-87EE-42C2-8D21-39E343FAEE6B}" type="parTrans" cxnId="{8A5CE286-C658-4CAF-BEC1-987EE71B1A1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EF84C98-1AD6-40A5-A7BC-F48763F64523}" type="sibTrans" cxnId="{8A5CE286-C658-4CAF-BEC1-987EE71B1A11}">
      <dgm:prSet/>
      <dgm:spPr/>
      <dgm:t>
        <a:bodyPr/>
        <a:lstStyle/>
        <a:p>
          <a:endParaRPr kumimoji="1" lang="ja-JP" altLang="en-US" sz="24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099408CE-EFFF-49B5-A72D-A125A4D1CF08}" type="pres">
      <dgm:prSet presAssocID="{58B9DA7D-01C4-4D41-9485-DE15C636FF19}" presName="linear" presStyleCnt="0">
        <dgm:presLayoutVars>
          <dgm:animLvl val="lvl"/>
          <dgm:resizeHandles val="exact"/>
        </dgm:presLayoutVars>
      </dgm:prSet>
      <dgm:spPr/>
    </dgm:pt>
    <dgm:pt modelId="{B7672BC2-DA27-4C3A-A671-019AE74FBCEF}" type="pres">
      <dgm:prSet presAssocID="{834A11CC-11DC-4620-B28C-DF2EE822AC0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94ECC7F-ACD9-44C6-972B-836E2287ECE3}" type="pres">
      <dgm:prSet presAssocID="{834A11CC-11DC-4620-B28C-DF2EE822AC02}" presName="childText" presStyleLbl="revTx" presStyleIdx="0" presStyleCnt="6">
        <dgm:presLayoutVars>
          <dgm:bulletEnabled val="1"/>
        </dgm:presLayoutVars>
      </dgm:prSet>
      <dgm:spPr/>
    </dgm:pt>
    <dgm:pt modelId="{5CF2131A-5553-49DB-9240-4BFD6B70E9DE}" type="pres">
      <dgm:prSet presAssocID="{5584DBFC-B92D-426B-A26C-8B791437633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E8A5ED2-071B-49CF-BA91-F404784C6220}" type="pres">
      <dgm:prSet presAssocID="{C8B0E924-5A03-4E96-958E-0B3D9E82366E}" presName="spacer" presStyleCnt="0"/>
      <dgm:spPr/>
    </dgm:pt>
    <dgm:pt modelId="{5C90F085-A323-42E4-B59B-44A8047C8AC6}" type="pres">
      <dgm:prSet presAssocID="{425240C2-CFFA-4D09-94B1-BF305354C25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067E6F3-3A82-4939-977B-0FCDC5D3C1F9}" type="pres">
      <dgm:prSet presAssocID="{425240C2-CFFA-4D09-94B1-BF305354C25F}" presName="childText" presStyleLbl="revTx" presStyleIdx="1" presStyleCnt="6">
        <dgm:presLayoutVars>
          <dgm:bulletEnabled val="1"/>
        </dgm:presLayoutVars>
      </dgm:prSet>
      <dgm:spPr/>
    </dgm:pt>
    <dgm:pt modelId="{9CEEA49B-34B5-4BC3-A12E-257B6210C770}" type="pres">
      <dgm:prSet presAssocID="{F19387FA-9E91-4505-BDE8-C1FC6A491D6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EB724D7-64CC-4B02-9EE0-2ABE6BE11CCB}" type="pres">
      <dgm:prSet presAssocID="{F19387FA-9E91-4505-BDE8-C1FC6A491D64}" presName="childText" presStyleLbl="revTx" presStyleIdx="2" presStyleCnt="6">
        <dgm:presLayoutVars>
          <dgm:bulletEnabled val="1"/>
        </dgm:presLayoutVars>
      </dgm:prSet>
      <dgm:spPr/>
    </dgm:pt>
    <dgm:pt modelId="{2B494E57-C6D1-43A0-B31B-FB9A0443F20E}" type="pres">
      <dgm:prSet presAssocID="{B0C57429-C3F8-404E-9B9A-1A48CAE71F9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633DF06-656A-4662-876C-AAF1D959444A}" type="pres">
      <dgm:prSet presAssocID="{B0C57429-C3F8-404E-9B9A-1A48CAE71F97}" presName="childText" presStyleLbl="revTx" presStyleIdx="3" presStyleCnt="6">
        <dgm:presLayoutVars>
          <dgm:bulletEnabled val="1"/>
        </dgm:presLayoutVars>
      </dgm:prSet>
      <dgm:spPr/>
    </dgm:pt>
    <dgm:pt modelId="{85FAD969-6692-46DE-8462-C7B1EBBE509B}" type="pres">
      <dgm:prSet presAssocID="{32737918-E837-4CDF-9BAE-89EBB9F9238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9A5DB0F-D754-4DD5-9156-720EC8CEDE37}" type="pres">
      <dgm:prSet presAssocID="{32737918-E837-4CDF-9BAE-89EBB9F92385}" presName="childText" presStyleLbl="revTx" presStyleIdx="4" presStyleCnt="6">
        <dgm:presLayoutVars>
          <dgm:bulletEnabled val="1"/>
        </dgm:presLayoutVars>
      </dgm:prSet>
      <dgm:spPr/>
    </dgm:pt>
    <dgm:pt modelId="{8A239B22-00FC-4BBA-AB06-7E32CBFCFE54}" type="pres">
      <dgm:prSet presAssocID="{33F08C53-EA21-4162-A9E3-8FEE743CEA42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6901C967-7E7B-4E91-9B5F-B5CA1ED143A5}" type="pres">
      <dgm:prSet presAssocID="{33F08C53-EA21-4162-A9E3-8FEE743CEA42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6DA96F33-9A7B-47DE-BBDF-0F0E39760E27}" srcId="{32737918-E837-4CDF-9BAE-89EBB9F92385}" destId="{3ADB9205-325E-4D16-A065-CDA21C75CAC4}" srcOrd="2" destOrd="0" parTransId="{71A04437-4F46-4B85-8209-072A21C40EFA}" sibTransId="{B0DB2344-8E3B-4732-A3F8-832CC55473DE}"/>
    <dgm:cxn modelId="{325272C5-FAEE-4476-B5A8-7B04E7F205AF}" srcId="{F19387FA-9E91-4505-BDE8-C1FC6A491D64}" destId="{18A001FB-ECC5-408B-A38B-F92B21ACF0A5}" srcOrd="2" destOrd="0" parTransId="{04833E9E-4A01-4F9A-BF75-A9E916ADDCCB}" sibTransId="{7C46BB66-07D6-4CD0-9AE4-C3B3D55708DB}"/>
    <dgm:cxn modelId="{0C321FAC-D0BB-4574-B569-6A162A38EAFE}" srcId="{425240C2-CFFA-4D09-94B1-BF305354C25F}" destId="{DC149467-98DA-4E82-93C2-B8F67877BE48}" srcOrd="5" destOrd="0" parTransId="{5FF14BFD-4FE9-4750-BEB5-03ADBC3A6A85}" sibTransId="{C688C546-5AD0-43DE-A117-E7073FFFC25A}"/>
    <dgm:cxn modelId="{AE242C4D-4E00-46CE-81B3-63C2389AA6DE}" srcId="{425240C2-CFFA-4D09-94B1-BF305354C25F}" destId="{58E4219F-E115-4453-88F3-9709AB06DAB1}" srcOrd="3" destOrd="0" parTransId="{3E21463D-1806-44DE-86F5-EF379CB0209F}" sibTransId="{49EACC38-3EEE-40CF-9920-D0BB809DD012}"/>
    <dgm:cxn modelId="{D550C3D9-67BE-4B55-ACE2-110521993C48}" type="presOf" srcId="{CBC81F49-E5A4-43BF-A0CF-D8B098BD1522}" destId="{89A5DB0F-D754-4DD5-9156-720EC8CEDE37}" srcOrd="0" destOrd="10" presId="urn:microsoft.com/office/officeart/2005/8/layout/vList2"/>
    <dgm:cxn modelId="{71A8A9AC-1F56-403F-B31A-03E9BD0C23C6}" srcId="{32737918-E837-4CDF-9BAE-89EBB9F92385}" destId="{ECC81E64-BB9C-4895-A713-677652F4B207}" srcOrd="1" destOrd="0" parTransId="{9FA70F9C-FA43-4E33-AF93-C991D087641D}" sibTransId="{E5C4A64C-7A70-4156-A199-E4E77FBE5DF3}"/>
    <dgm:cxn modelId="{D18103F0-713A-47C5-8599-C068690C8D15}" srcId="{425240C2-CFFA-4D09-94B1-BF305354C25F}" destId="{A4DE5B0D-2CDB-45C4-87F1-F4E47BCC8F32}" srcOrd="0" destOrd="0" parTransId="{2A8EB878-62EE-4098-809E-3BB8C803EF79}" sibTransId="{A00CB39E-43B5-41EC-867D-DBE5B3F98C0F}"/>
    <dgm:cxn modelId="{9345D60A-68E6-45C9-B889-E421DB28AFF1}" type="presOf" srcId="{4A508C3E-532E-47A5-8BD7-B6026DD1D6AA}" destId="{994ECC7F-ACD9-44C6-972B-836E2287ECE3}" srcOrd="0" destOrd="1" presId="urn:microsoft.com/office/officeart/2005/8/layout/vList2"/>
    <dgm:cxn modelId="{27EFE56C-F725-47BE-9FD5-57331ECDCCF9}" srcId="{33F08C53-EA21-4162-A9E3-8FEE743CEA42}" destId="{C71B2F48-A49A-4604-8E6D-536FA730CD0E}" srcOrd="0" destOrd="0" parTransId="{795A6961-4820-4A0C-B96C-8B9BADF5DE00}" sibTransId="{1AE6224C-C769-419B-BEE4-CD1C3D2BEB1D}"/>
    <dgm:cxn modelId="{BDF78C93-291C-440C-A0C6-0E9B24051DBB}" srcId="{F19387FA-9E91-4505-BDE8-C1FC6A491D64}" destId="{1E062B7A-FC8E-46E7-A04C-900F003B5CEC}" srcOrd="5" destOrd="0" parTransId="{A1DE5035-0F19-4C35-A8CB-477918333AC4}" sibTransId="{8A9464E6-0762-4FA7-AE55-F5A07114022E}"/>
    <dgm:cxn modelId="{B3D84D1F-A542-41B3-965A-27F81FB4E672}" type="presOf" srcId="{D892FC43-E0FD-463E-A2B5-69D060EFF43F}" destId="{AEB724D7-64CC-4B02-9EE0-2ABE6BE11CCB}" srcOrd="0" destOrd="3" presId="urn:microsoft.com/office/officeart/2005/8/layout/vList2"/>
    <dgm:cxn modelId="{58173E96-E730-4909-B6B3-1BED465E7511}" srcId="{F19387FA-9E91-4505-BDE8-C1FC6A491D64}" destId="{7F1FFEFB-88B1-4C69-9010-E80F0AAD6108}" srcOrd="4" destOrd="0" parTransId="{C8BB3BB4-7EE1-441A-B054-EB0ABFEBE9E1}" sibTransId="{B905B7CC-1B80-492B-8F95-A651AD756A31}"/>
    <dgm:cxn modelId="{74888A10-5736-4B64-9F1C-A05133D0C886}" srcId="{58B9DA7D-01C4-4D41-9485-DE15C636FF19}" destId="{33F08C53-EA21-4162-A9E3-8FEE743CEA42}" srcOrd="6" destOrd="0" parTransId="{476EEB98-9FF6-4547-8F7F-7D8F4F3C2BCB}" sibTransId="{76834264-9877-406F-9FCB-B072C207B16C}"/>
    <dgm:cxn modelId="{9DB47E43-D404-4127-B1EA-525471FB4EE0}" type="presOf" srcId="{DC149467-98DA-4E82-93C2-B8F67877BE48}" destId="{C067E6F3-3A82-4939-977B-0FCDC5D3C1F9}" srcOrd="0" destOrd="5" presId="urn:microsoft.com/office/officeart/2005/8/layout/vList2"/>
    <dgm:cxn modelId="{527B7762-0116-47A3-9080-CA28E12D7A46}" type="presOf" srcId="{82F179C9-A733-4F68-8050-90BE8BDD52A2}" destId="{AEB724D7-64CC-4B02-9EE0-2ABE6BE11CCB}" srcOrd="0" destOrd="0" presId="urn:microsoft.com/office/officeart/2005/8/layout/vList2"/>
    <dgm:cxn modelId="{FB81D03F-2A4C-41D7-A180-0789116B0DC7}" srcId="{834A11CC-11DC-4620-B28C-DF2EE822AC02}" destId="{DF251800-897A-42F7-B9E8-8A1C7B135E5A}" srcOrd="0" destOrd="0" parTransId="{A8E28ACC-8D5A-421E-8FBF-7D362E59BA44}" sibTransId="{AF8EC53B-86C1-4BBE-9166-EBDB787BBA11}"/>
    <dgm:cxn modelId="{346BB7CE-381E-4BBA-906C-B92EA211654F}" type="presOf" srcId="{92A38087-D1B5-4D14-8068-2B99195464C6}" destId="{89A5DB0F-D754-4DD5-9156-720EC8CEDE37}" srcOrd="0" destOrd="8" presId="urn:microsoft.com/office/officeart/2005/8/layout/vList2"/>
    <dgm:cxn modelId="{C49DFFE9-378C-4C04-91BD-251FD35231C9}" srcId="{B0C57429-C3F8-404E-9B9A-1A48CAE71F97}" destId="{91008797-2780-4D72-B0E5-D40FE9698110}" srcOrd="3" destOrd="0" parTransId="{F21221E5-1475-404C-9F7F-FA2FBDB9E60D}" sibTransId="{24319E9E-0AEB-4780-820E-E57905376D8A}"/>
    <dgm:cxn modelId="{85A72918-528F-46EA-8EE5-C3DBB98F2B62}" type="presOf" srcId="{1E062B7A-FC8E-46E7-A04C-900F003B5CEC}" destId="{AEB724D7-64CC-4B02-9EE0-2ABE6BE11CCB}" srcOrd="0" destOrd="5" presId="urn:microsoft.com/office/officeart/2005/8/layout/vList2"/>
    <dgm:cxn modelId="{E092DD94-4A0D-4742-9585-38DF2EFCAF96}" type="presOf" srcId="{938FDC86-D75F-4650-BC4C-A5EED83D7C50}" destId="{89A5DB0F-D754-4DD5-9156-720EC8CEDE37}" srcOrd="0" destOrd="11" presId="urn:microsoft.com/office/officeart/2005/8/layout/vList2"/>
    <dgm:cxn modelId="{8D84C04B-D97B-450A-91B9-1CEA1A376745}" srcId="{425240C2-CFFA-4D09-94B1-BF305354C25F}" destId="{57481750-93E0-4082-B542-F20C2BF52499}" srcOrd="6" destOrd="0" parTransId="{24ADD840-DB4A-479E-9A26-101C601EB309}" sibTransId="{CEA6F23E-A97B-41C9-9568-D5FC17B598D0}"/>
    <dgm:cxn modelId="{1996BA6D-9328-470F-9192-C73C08B919DC}" type="presOf" srcId="{58B9DA7D-01C4-4D41-9485-DE15C636FF19}" destId="{099408CE-EFFF-49B5-A72D-A125A4D1CF08}" srcOrd="0" destOrd="0" presId="urn:microsoft.com/office/officeart/2005/8/layout/vList2"/>
    <dgm:cxn modelId="{131C6AEB-B132-46FA-820E-910C42B1644D}" type="presOf" srcId="{B0C57429-C3F8-404E-9B9A-1A48CAE71F97}" destId="{2B494E57-C6D1-43A0-B31B-FB9A0443F20E}" srcOrd="0" destOrd="0" presId="urn:microsoft.com/office/officeart/2005/8/layout/vList2"/>
    <dgm:cxn modelId="{ED4AA218-B3B6-431D-84E6-6C0723BC575A}" type="presOf" srcId="{425240C2-CFFA-4D09-94B1-BF305354C25F}" destId="{5C90F085-A323-42E4-B59B-44A8047C8AC6}" srcOrd="0" destOrd="0" presId="urn:microsoft.com/office/officeart/2005/8/layout/vList2"/>
    <dgm:cxn modelId="{2E575331-7DBA-45D6-BA50-CB82F3ABACB6}" type="presOf" srcId="{EA777838-BDDE-49DB-A48C-6649B97684AB}" destId="{AEB724D7-64CC-4B02-9EE0-2ABE6BE11CCB}" srcOrd="0" destOrd="6" presId="urn:microsoft.com/office/officeart/2005/8/layout/vList2"/>
    <dgm:cxn modelId="{E8735AAD-7D44-4A52-AD33-1F9C12E0D510}" srcId="{32737918-E837-4CDF-9BAE-89EBB9F92385}" destId="{92A38087-D1B5-4D14-8068-2B99195464C6}" srcOrd="8" destOrd="0" parTransId="{96E99E75-2FEB-46ED-BA7D-7BC3DCF4A595}" sibTransId="{2245117B-D2E0-4F58-8824-44550D693264}"/>
    <dgm:cxn modelId="{C4CAB16B-7264-49C1-958F-90B6F3448E44}" srcId="{32737918-E837-4CDF-9BAE-89EBB9F92385}" destId="{BB41B9ED-7C8E-4F57-9EA6-9F63F70EBB02}" srcOrd="3" destOrd="0" parTransId="{72B54125-C536-45F1-B146-AEA9D3690CBF}" sibTransId="{2BD7C386-E216-464C-84EA-E7192E8581E9}"/>
    <dgm:cxn modelId="{62E883BE-7334-4713-9BE0-CD52C56880EA}" srcId="{32737918-E837-4CDF-9BAE-89EBB9F92385}" destId="{28D962F3-0B77-46D6-B67B-63EDA344B445}" srcOrd="6" destOrd="0" parTransId="{6E5180DF-B23A-4A69-8FCB-81CC72BE7725}" sibTransId="{D68DD5BC-E0EA-4C21-94D6-CF354EB82947}"/>
    <dgm:cxn modelId="{04DA391F-E63D-4D64-9B6D-FB7B1FBE4EDC}" srcId="{32737918-E837-4CDF-9BAE-89EBB9F92385}" destId="{CBC81F49-E5A4-43BF-A0CF-D8B098BD1522}" srcOrd="10" destOrd="0" parTransId="{B5FC4151-E52C-437D-958C-1847F3FF4A3F}" sibTransId="{46E81EE5-F4F4-43F4-AAFC-836ECAFB8D2A}"/>
    <dgm:cxn modelId="{654D1145-03AF-45A5-AC31-455448B37A43}" type="presOf" srcId="{57481750-93E0-4082-B542-F20C2BF52499}" destId="{C067E6F3-3A82-4939-977B-0FCDC5D3C1F9}" srcOrd="0" destOrd="6" presId="urn:microsoft.com/office/officeart/2005/8/layout/vList2"/>
    <dgm:cxn modelId="{78A6FC8F-F895-4BC0-9B0F-76ECA2851F14}" type="presOf" srcId="{82A2972D-9280-45F3-A377-BD51148F75F1}" destId="{6901C967-7E7B-4E91-9B5F-B5CA1ED143A5}" srcOrd="0" destOrd="1" presId="urn:microsoft.com/office/officeart/2005/8/layout/vList2"/>
    <dgm:cxn modelId="{F373B745-07D6-45B2-A9B2-E550BF2BAC82}" type="presOf" srcId="{849C0E0B-B459-4F2D-9A99-5DD4C121442B}" destId="{89A5DB0F-D754-4DD5-9156-720EC8CEDE37}" srcOrd="0" destOrd="0" presId="urn:microsoft.com/office/officeart/2005/8/layout/vList2"/>
    <dgm:cxn modelId="{A511D7C4-B949-4D34-AB41-6DF75EDC4245}" type="presOf" srcId="{91008797-2780-4D72-B0E5-D40FE9698110}" destId="{2633DF06-656A-4662-876C-AAF1D959444A}" srcOrd="0" destOrd="3" presId="urn:microsoft.com/office/officeart/2005/8/layout/vList2"/>
    <dgm:cxn modelId="{7B067851-5F3F-4D14-9437-8A879BBD750C}" type="presOf" srcId="{32737918-E837-4CDF-9BAE-89EBB9F92385}" destId="{85FAD969-6692-46DE-8462-C7B1EBBE509B}" srcOrd="0" destOrd="0" presId="urn:microsoft.com/office/officeart/2005/8/layout/vList2"/>
    <dgm:cxn modelId="{028B8629-1B4F-4B16-AE28-88B49712ED4B}" type="presOf" srcId="{33F08C53-EA21-4162-A9E3-8FEE743CEA42}" destId="{8A239B22-00FC-4BBA-AB06-7E32CBFCFE54}" srcOrd="0" destOrd="0" presId="urn:microsoft.com/office/officeart/2005/8/layout/vList2"/>
    <dgm:cxn modelId="{387C4716-85C2-49CB-AF6F-613E8A5AF852}" type="presOf" srcId="{A2305E8A-3F4C-479E-9338-8CF63AB52AEB}" destId="{89A5DB0F-D754-4DD5-9156-720EC8CEDE37}" srcOrd="0" destOrd="7" presId="urn:microsoft.com/office/officeart/2005/8/layout/vList2"/>
    <dgm:cxn modelId="{29A520BE-3522-42DE-869D-6651F0FFBB61}" srcId="{58B9DA7D-01C4-4D41-9485-DE15C636FF19}" destId="{834A11CC-11DC-4620-B28C-DF2EE822AC02}" srcOrd="0" destOrd="0" parTransId="{C8F31F4B-5CF8-47D9-8712-108C03EED281}" sibTransId="{FE17728D-4543-4D07-96BC-8BD74CB011BB}"/>
    <dgm:cxn modelId="{A8334BE1-C5AF-4B7F-B76C-7DF0CF9613D6}" type="presOf" srcId="{BF640CD2-CF63-4DC7-B68F-625DD91320B7}" destId="{89A5DB0F-D754-4DD5-9156-720EC8CEDE37}" srcOrd="0" destOrd="4" presId="urn:microsoft.com/office/officeart/2005/8/layout/vList2"/>
    <dgm:cxn modelId="{8A5CE286-C658-4CAF-BEC1-987EE71B1A11}" srcId="{33F08C53-EA21-4162-A9E3-8FEE743CEA42}" destId="{82A2972D-9280-45F3-A377-BD51148F75F1}" srcOrd="1" destOrd="0" parTransId="{F48065B2-87EE-42C2-8D21-39E343FAEE6B}" sibTransId="{BEF84C98-1AD6-40A5-A7BC-F48763F64523}"/>
    <dgm:cxn modelId="{B3357439-417E-4C9D-A01A-ED28CAE05289}" srcId="{F19387FA-9E91-4505-BDE8-C1FC6A491D64}" destId="{D892FC43-E0FD-463E-A2B5-69D060EFF43F}" srcOrd="3" destOrd="0" parTransId="{66146375-9076-4033-B444-E4EE0E9169EF}" sibTransId="{617AD180-1BD5-4211-9081-9D6F7ABC2775}"/>
    <dgm:cxn modelId="{D46F2F5D-B8AB-483E-BCAF-D510C177B732}" type="presOf" srcId="{3ADB9205-325E-4D16-A065-CDA21C75CAC4}" destId="{89A5DB0F-D754-4DD5-9156-720EC8CEDE37}" srcOrd="0" destOrd="2" presId="urn:microsoft.com/office/officeart/2005/8/layout/vList2"/>
    <dgm:cxn modelId="{89F21A20-A7D2-4780-8D7C-EE84F7461462}" srcId="{32737918-E837-4CDF-9BAE-89EBB9F92385}" destId="{A2305E8A-3F4C-479E-9338-8CF63AB52AEB}" srcOrd="7" destOrd="0" parTransId="{17AA8DDC-E4DC-40FB-A2A2-2A5CE054E99E}" sibTransId="{B35F9DCE-D389-4A64-8514-B8D07E1495A5}"/>
    <dgm:cxn modelId="{82B66421-4919-443F-8248-5A08EB944B57}" type="presOf" srcId="{5700A1E0-C4F2-4F9E-818F-8D9926D5EFC1}" destId="{C067E6F3-3A82-4939-977B-0FCDC5D3C1F9}" srcOrd="0" destOrd="4" presId="urn:microsoft.com/office/officeart/2005/8/layout/vList2"/>
    <dgm:cxn modelId="{93EEEE65-C4A2-408B-94BC-2F2474B25FDB}" srcId="{32737918-E837-4CDF-9BAE-89EBB9F92385}" destId="{938FDC86-D75F-4650-BC4C-A5EED83D7C50}" srcOrd="11" destOrd="0" parTransId="{CDAD97DF-AAC0-48F0-AA6E-F76B733BA7BB}" sibTransId="{4B39D3A2-211A-43DC-979F-70EBB11702F1}"/>
    <dgm:cxn modelId="{9EC2D75C-C9C2-46C3-95B7-6F8B5F0C5775}" srcId="{58B9DA7D-01C4-4D41-9485-DE15C636FF19}" destId="{32737918-E837-4CDF-9BAE-89EBB9F92385}" srcOrd="5" destOrd="0" parTransId="{9456035E-2803-41F2-B24A-5E08D6A6FBB3}" sibTransId="{4632C7D6-3F91-4F81-8A29-C1C2721FF8EE}"/>
    <dgm:cxn modelId="{599C6104-B00F-4BB0-AA64-BFA339D2FAC4}" srcId="{58B9DA7D-01C4-4D41-9485-DE15C636FF19}" destId="{425240C2-CFFA-4D09-94B1-BF305354C25F}" srcOrd="2" destOrd="0" parTransId="{7CB215C3-9D04-4697-87B8-24036C252091}" sibTransId="{2E380610-DAC4-4DF2-BD5D-F5948774AC66}"/>
    <dgm:cxn modelId="{7334B70E-4630-4A3F-BDD6-BA53E14EB9A1}" type="presOf" srcId="{28D962F3-0B77-46D6-B67B-63EDA344B445}" destId="{89A5DB0F-D754-4DD5-9156-720EC8CEDE37}" srcOrd="0" destOrd="6" presId="urn:microsoft.com/office/officeart/2005/8/layout/vList2"/>
    <dgm:cxn modelId="{6BDE326E-2A06-47C3-B1F3-24D86F65CC99}" srcId="{425240C2-CFFA-4D09-94B1-BF305354C25F}" destId="{5700A1E0-C4F2-4F9E-818F-8D9926D5EFC1}" srcOrd="4" destOrd="0" parTransId="{E92564B0-4D20-4BE9-A920-956857E15389}" sibTransId="{A57ED403-588B-44A8-883E-EE53B66F5CF8}"/>
    <dgm:cxn modelId="{8461674D-FF43-4DEF-8F67-64AB894C9072}" type="presOf" srcId="{628EA04A-3027-43F7-B5CC-A7408CC7EEE0}" destId="{C067E6F3-3A82-4939-977B-0FCDC5D3C1F9}" srcOrd="0" destOrd="1" presId="urn:microsoft.com/office/officeart/2005/8/layout/vList2"/>
    <dgm:cxn modelId="{25E11F5A-C4EA-4C07-90B2-3CB4CA5043B5}" srcId="{58B9DA7D-01C4-4D41-9485-DE15C636FF19}" destId="{5584DBFC-B92D-426B-A26C-8B7914376331}" srcOrd="1" destOrd="0" parTransId="{2F08C442-B86A-49B8-94DB-A650D905BF1D}" sibTransId="{C8B0E924-5A03-4E96-958E-0B3D9E82366E}"/>
    <dgm:cxn modelId="{69CDAFDF-B064-4DF8-9419-D4C4DE947955}" srcId="{32737918-E837-4CDF-9BAE-89EBB9F92385}" destId="{26D0B57B-1B17-4FF1-AA3E-6D29965AA2ED}" srcOrd="9" destOrd="0" parTransId="{D8579751-5C78-4DA6-AE9B-E40DB636D51B}" sibTransId="{CD9ADAA8-968A-4E07-B311-6309BA3BA124}"/>
    <dgm:cxn modelId="{1CCD186E-53C4-4706-A218-89B8F673C210}" type="presOf" srcId="{02050C3F-CD1A-417E-AC20-ACB6489155AB}" destId="{C067E6F3-3A82-4939-977B-0FCDC5D3C1F9}" srcOrd="0" destOrd="2" presId="urn:microsoft.com/office/officeart/2005/8/layout/vList2"/>
    <dgm:cxn modelId="{276F98D1-D15A-4C83-97AF-C25589D79A2D}" srcId="{32737918-E837-4CDF-9BAE-89EBB9F92385}" destId="{BF640CD2-CF63-4DC7-B68F-625DD91320B7}" srcOrd="4" destOrd="0" parTransId="{89C1FFEA-F988-42CB-AA07-630C5B26DAA0}" sibTransId="{8AB2C035-E0D2-41DE-91AC-EC0D82DA07B1}"/>
    <dgm:cxn modelId="{C04B478F-0AD7-4D37-B6C3-7742D23DF4A7}" type="presOf" srcId="{CE2D6767-F56A-408E-A0B5-60487CDDB550}" destId="{AEB724D7-64CC-4B02-9EE0-2ABE6BE11CCB}" srcOrd="0" destOrd="7" presId="urn:microsoft.com/office/officeart/2005/8/layout/vList2"/>
    <dgm:cxn modelId="{8EA47D31-4777-4144-9582-9DD1DF7E0D58}" type="presOf" srcId="{071CEE4C-E864-4DC0-A77D-A833D4666F69}" destId="{AEB724D7-64CC-4B02-9EE0-2ABE6BE11CCB}" srcOrd="0" destOrd="1" presId="urn:microsoft.com/office/officeart/2005/8/layout/vList2"/>
    <dgm:cxn modelId="{824F215A-1DBA-4A5A-B3EA-04A45EACA21E}" type="presOf" srcId="{834A11CC-11DC-4620-B28C-DF2EE822AC02}" destId="{B7672BC2-DA27-4C3A-A671-019AE74FBCEF}" srcOrd="0" destOrd="0" presId="urn:microsoft.com/office/officeart/2005/8/layout/vList2"/>
    <dgm:cxn modelId="{FC0085C6-9E01-49C1-AACE-92B1A06B4FD9}" type="presOf" srcId="{7F1FFEFB-88B1-4C69-9010-E80F0AAD6108}" destId="{AEB724D7-64CC-4B02-9EE0-2ABE6BE11CCB}" srcOrd="0" destOrd="4" presId="urn:microsoft.com/office/officeart/2005/8/layout/vList2"/>
    <dgm:cxn modelId="{D98B1F4E-B013-461E-A3FA-66C94A3E1E45}" type="presOf" srcId="{567B33E5-6290-4D82-A0E7-698FE2FB0ED2}" destId="{2633DF06-656A-4662-876C-AAF1D959444A}" srcOrd="0" destOrd="0" presId="urn:microsoft.com/office/officeart/2005/8/layout/vList2"/>
    <dgm:cxn modelId="{4A1DE80B-3E56-427B-A9A6-7EEB8C9AB187}" type="presOf" srcId="{ECC81E64-BB9C-4895-A713-677652F4B207}" destId="{89A5DB0F-D754-4DD5-9156-720EC8CEDE37}" srcOrd="0" destOrd="1" presId="urn:microsoft.com/office/officeart/2005/8/layout/vList2"/>
    <dgm:cxn modelId="{F0840BA5-B6D6-4486-A293-EB928012DCD1}" type="presOf" srcId="{26D0B57B-1B17-4FF1-AA3E-6D29965AA2ED}" destId="{89A5DB0F-D754-4DD5-9156-720EC8CEDE37}" srcOrd="0" destOrd="9" presId="urn:microsoft.com/office/officeart/2005/8/layout/vList2"/>
    <dgm:cxn modelId="{9BEE7312-9062-4603-9490-3B076DA03003}" srcId="{B0C57429-C3F8-404E-9B9A-1A48CAE71F97}" destId="{567B33E5-6290-4D82-A0E7-698FE2FB0ED2}" srcOrd="0" destOrd="0" parTransId="{BD983312-1907-4ACC-864C-DE8C6EF9478C}" sibTransId="{5F149CAD-9B69-460C-BE79-222523E396AE}"/>
    <dgm:cxn modelId="{93AA2C94-0B53-4D0C-A97C-EAD2D2E25808}" srcId="{834A11CC-11DC-4620-B28C-DF2EE822AC02}" destId="{4A508C3E-532E-47A5-8BD7-B6026DD1D6AA}" srcOrd="1" destOrd="0" parTransId="{7B71AB8E-DB5E-4F9F-B1A1-8778CBAC31A9}" sibTransId="{0A73CC30-49B6-4227-BA2E-34FB0F1CD5AE}"/>
    <dgm:cxn modelId="{EB3ECB1D-D583-494D-9F58-17C39A76568E}" type="presOf" srcId="{C71B2F48-A49A-4604-8E6D-536FA730CD0E}" destId="{6901C967-7E7B-4E91-9B5F-B5CA1ED143A5}" srcOrd="0" destOrd="0" presId="urn:microsoft.com/office/officeart/2005/8/layout/vList2"/>
    <dgm:cxn modelId="{33C218DC-0F9F-4F1C-A6DA-5A424C00D2E7}" srcId="{B0C57429-C3F8-404E-9B9A-1A48CAE71F97}" destId="{5317B82A-6DF2-4163-8945-62BEBD13672F}" srcOrd="2" destOrd="0" parTransId="{BAC31E04-CBC8-4ABE-82DB-94E1872F8BAF}" sibTransId="{29912A8F-B63B-462B-9620-72A1DA89EDFA}"/>
    <dgm:cxn modelId="{9FDB9A32-7154-43EA-95BB-8B3464448132}" type="presOf" srcId="{5317B82A-6DF2-4163-8945-62BEBD13672F}" destId="{2633DF06-656A-4662-876C-AAF1D959444A}" srcOrd="0" destOrd="2" presId="urn:microsoft.com/office/officeart/2005/8/layout/vList2"/>
    <dgm:cxn modelId="{087134E3-AB8B-44D5-9842-48BE0D51EFF7}" type="presOf" srcId="{18A001FB-ECC5-408B-A38B-F92B21ACF0A5}" destId="{AEB724D7-64CC-4B02-9EE0-2ABE6BE11CCB}" srcOrd="0" destOrd="2" presId="urn:microsoft.com/office/officeart/2005/8/layout/vList2"/>
    <dgm:cxn modelId="{FA1DB33E-93CA-4459-8B96-6829967DD06F}" srcId="{58B9DA7D-01C4-4D41-9485-DE15C636FF19}" destId="{F19387FA-9E91-4505-BDE8-C1FC6A491D64}" srcOrd="3" destOrd="0" parTransId="{939408B6-8E9E-418E-8798-8D453D313CF3}" sibTransId="{31079839-B090-4D18-9AEE-A20424FBDD43}"/>
    <dgm:cxn modelId="{AD8F0793-AEB2-4D58-BFD3-AB1631F34071}" type="presOf" srcId="{4CF22541-7C56-4A65-B261-4BBF9EBB7D38}" destId="{89A5DB0F-D754-4DD5-9156-720EC8CEDE37}" srcOrd="0" destOrd="5" presId="urn:microsoft.com/office/officeart/2005/8/layout/vList2"/>
    <dgm:cxn modelId="{383BD02E-1F5C-49CF-BE26-7D8ACEDD696B}" type="presOf" srcId="{5584DBFC-B92D-426B-A26C-8B7914376331}" destId="{5CF2131A-5553-49DB-9240-4BFD6B70E9DE}" srcOrd="0" destOrd="0" presId="urn:microsoft.com/office/officeart/2005/8/layout/vList2"/>
    <dgm:cxn modelId="{3FBBB852-748E-4250-90DA-9B8EB01B126F}" type="presOf" srcId="{58E4219F-E115-4453-88F3-9709AB06DAB1}" destId="{C067E6F3-3A82-4939-977B-0FCDC5D3C1F9}" srcOrd="0" destOrd="3" presId="urn:microsoft.com/office/officeart/2005/8/layout/vList2"/>
    <dgm:cxn modelId="{9FE04DF8-2D3E-4588-9B27-31694FBD5D0B}" type="presOf" srcId="{4B9A1326-DC8C-4F7F-A73A-E6D6623322C8}" destId="{2633DF06-656A-4662-876C-AAF1D959444A}" srcOrd="0" destOrd="1" presId="urn:microsoft.com/office/officeart/2005/8/layout/vList2"/>
    <dgm:cxn modelId="{F4B8DCB4-9EE6-4CE1-BA4D-B95E11C8670B}" type="presOf" srcId="{DF251800-897A-42F7-B9E8-8A1C7B135E5A}" destId="{994ECC7F-ACD9-44C6-972B-836E2287ECE3}" srcOrd="0" destOrd="0" presId="urn:microsoft.com/office/officeart/2005/8/layout/vList2"/>
    <dgm:cxn modelId="{360656D5-8A66-45FF-AAD9-7FAE043F0209}" srcId="{F19387FA-9E91-4505-BDE8-C1FC6A491D64}" destId="{071CEE4C-E864-4DC0-A77D-A833D4666F69}" srcOrd="1" destOrd="0" parTransId="{75A324C9-B38C-4A37-86AC-1A6250AAB44D}" sibTransId="{4F6AC97F-3E17-49FE-A9D2-950EEF53B930}"/>
    <dgm:cxn modelId="{A4A99703-71B7-49C0-8F5E-38323D0B11A0}" srcId="{32737918-E837-4CDF-9BAE-89EBB9F92385}" destId="{849C0E0B-B459-4F2D-9A99-5DD4C121442B}" srcOrd="0" destOrd="0" parTransId="{E969D0F6-57C2-4281-8571-782126DD5401}" sibTransId="{248716CA-5DE7-4302-B74F-321B5E2E8723}"/>
    <dgm:cxn modelId="{22DD4380-FB00-450F-99E8-0B8A52F8627D}" type="presOf" srcId="{BB41B9ED-7C8E-4F57-9EA6-9F63F70EBB02}" destId="{89A5DB0F-D754-4DD5-9156-720EC8CEDE37}" srcOrd="0" destOrd="3" presId="urn:microsoft.com/office/officeart/2005/8/layout/vList2"/>
    <dgm:cxn modelId="{D6CBAE64-C325-4BB9-963D-2BE9468F985B}" srcId="{425240C2-CFFA-4D09-94B1-BF305354C25F}" destId="{02050C3F-CD1A-417E-AC20-ACB6489155AB}" srcOrd="2" destOrd="0" parTransId="{39A68983-1287-48E7-8A07-71A373AC3462}" sibTransId="{937C78C7-2FCC-4572-BBF7-98894791967D}"/>
    <dgm:cxn modelId="{65FB6B96-BF60-4075-95C7-A75B2B96D116}" type="presOf" srcId="{F19387FA-9E91-4505-BDE8-C1FC6A491D64}" destId="{9CEEA49B-34B5-4BC3-A12E-257B6210C770}" srcOrd="0" destOrd="0" presId="urn:microsoft.com/office/officeart/2005/8/layout/vList2"/>
    <dgm:cxn modelId="{9EBF1D50-6598-4092-8FE8-3741E797BB85}" srcId="{32737918-E837-4CDF-9BAE-89EBB9F92385}" destId="{4CF22541-7C56-4A65-B261-4BBF9EBB7D38}" srcOrd="5" destOrd="0" parTransId="{C16D0CC4-DFD5-46BC-8A31-A0F4DF3B8049}" sibTransId="{FC5C0DAD-BF11-4C3B-95BD-0572890F28A8}"/>
    <dgm:cxn modelId="{419DF7D1-9D9D-4867-B5C9-BACC55331351}" srcId="{F19387FA-9E91-4505-BDE8-C1FC6A491D64}" destId="{EA777838-BDDE-49DB-A48C-6649B97684AB}" srcOrd="6" destOrd="0" parTransId="{E28C0A6E-5624-4ABC-A5A8-8378FE8CA88F}" sibTransId="{3DB564B7-5D4B-4E87-8C97-41E6AC3731E2}"/>
    <dgm:cxn modelId="{F029E746-4918-49EB-BB20-C57F1AE99BC2}" srcId="{F19387FA-9E91-4505-BDE8-C1FC6A491D64}" destId="{CE2D6767-F56A-408E-A0B5-60487CDDB550}" srcOrd="7" destOrd="0" parTransId="{A1EF66C2-2FBA-4ACF-8F6E-644BB845E3CE}" sibTransId="{E1B8F9E9-57AE-4EAE-9FEB-18836D2EAE21}"/>
    <dgm:cxn modelId="{FB4C36AC-41D3-496B-89A5-FBEBAF07F514}" type="presOf" srcId="{A4DE5B0D-2CDB-45C4-87F1-F4E47BCC8F32}" destId="{C067E6F3-3A82-4939-977B-0FCDC5D3C1F9}" srcOrd="0" destOrd="0" presId="urn:microsoft.com/office/officeart/2005/8/layout/vList2"/>
    <dgm:cxn modelId="{2BA8A0C3-0866-446D-AFD0-6F8F4DDAC8C2}" srcId="{F19387FA-9E91-4505-BDE8-C1FC6A491D64}" destId="{82F179C9-A733-4F68-8050-90BE8BDD52A2}" srcOrd="0" destOrd="0" parTransId="{9A800EA8-0A64-4D32-9D2B-81E65568DFF7}" sibTransId="{87CBEC6B-16D4-4064-B37A-DBCB3FD2334C}"/>
    <dgm:cxn modelId="{913F99B2-8970-428D-B765-39C7860B008C}" srcId="{B0C57429-C3F8-404E-9B9A-1A48CAE71F97}" destId="{4B9A1326-DC8C-4F7F-A73A-E6D6623322C8}" srcOrd="1" destOrd="0" parTransId="{29062779-5185-4E75-A5F0-05F15BE3F47B}" sibTransId="{D8D1E59A-4698-4518-BBB5-5A53CC9F5C17}"/>
    <dgm:cxn modelId="{4930D930-DE0B-4427-99B8-AC19A711132C}" srcId="{425240C2-CFFA-4D09-94B1-BF305354C25F}" destId="{628EA04A-3027-43F7-B5CC-A7408CC7EEE0}" srcOrd="1" destOrd="0" parTransId="{5D20E7D1-1E6A-4DDD-9632-3147FEB80426}" sibTransId="{5BFD1974-BBDA-4F30-896D-C3D309F6C171}"/>
    <dgm:cxn modelId="{D8BBB016-7CDB-486E-93F2-0D34A5A227C0}" srcId="{58B9DA7D-01C4-4D41-9485-DE15C636FF19}" destId="{B0C57429-C3F8-404E-9B9A-1A48CAE71F97}" srcOrd="4" destOrd="0" parTransId="{A487F591-F2A3-4E8C-ACDB-59857935A596}" sibTransId="{8EDAF9F0-ACAF-4275-A099-74F9DA82CBBE}"/>
    <dgm:cxn modelId="{9E2E2BD5-C141-4559-87DE-763D04CC3379}" type="presParOf" srcId="{099408CE-EFFF-49B5-A72D-A125A4D1CF08}" destId="{B7672BC2-DA27-4C3A-A671-019AE74FBCEF}" srcOrd="0" destOrd="0" presId="urn:microsoft.com/office/officeart/2005/8/layout/vList2"/>
    <dgm:cxn modelId="{D90AAA5D-B5CB-4F4A-A77F-922B90650076}" type="presParOf" srcId="{099408CE-EFFF-49B5-A72D-A125A4D1CF08}" destId="{994ECC7F-ACD9-44C6-972B-836E2287ECE3}" srcOrd="1" destOrd="0" presId="urn:microsoft.com/office/officeart/2005/8/layout/vList2"/>
    <dgm:cxn modelId="{8951D111-CCCD-45DD-8F0D-F2EBDF98E71B}" type="presParOf" srcId="{099408CE-EFFF-49B5-A72D-A125A4D1CF08}" destId="{5CF2131A-5553-49DB-9240-4BFD6B70E9DE}" srcOrd="2" destOrd="0" presId="urn:microsoft.com/office/officeart/2005/8/layout/vList2"/>
    <dgm:cxn modelId="{56AF4AE2-547D-4C6D-9D64-270B0F220933}" type="presParOf" srcId="{099408CE-EFFF-49B5-A72D-A125A4D1CF08}" destId="{5E8A5ED2-071B-49CF-BA91-F404784C6220}" srcOrd="3" destOrd="0" presId="urn:microsoft.com/office/officeart/2005/8/layout/vList2"/>
    <dgm:cxn modelId="{F856C41B-D9D2-49B0-BA17-A0984ECC6445}" type="presParOf" srcId="{099408CE-EFFF-49B5-A72D-A125A4D1CF08}" destId="{5C90F085-A323-42E4-B59B-44A8047C8AC6}" srcOrd="4" destOrd="0" presId="urn:microsoft.com/office/officeart/2005/8/layout/vList2"/>
    <dgm:cxn modelId="{1764A429-66AE-486A-B64D-176F7117A1D9}" type="presParOf" srcId="{099408CE-EFFF-49B5-A72D-A125A4D1CF08}" destId="{C067E6F3-3A82-4939-977B-0FCDC5D3C1F9}" srcOrd="5" destOrd="0" presId="urn:microsoft.com/office/officeart/2005/8/layout/vList2"/>
    <dgm:cxn modelId="{2B49E4E5-746F-40A9-A7A8-E003C402C989}" type="presParOf" srcId="{099408CE-EFFF-49B5-A72D-A125A4D1CF08}" destId="{9CEEA49B-34B5-4BC3-A12E-257B6210C770}" srcOrd="6" destOrd="0" presId="urn:microsoft.com/office/officeart/2005/8/layout/vList2"/>
    <dgm:cxn modelId="{AD74D209-4C14-4A4A-AA2B-3B0CE2BFEC2E}" type="presParOf" srcId="{099408CE-EFFF-49B5-A72D-A125A4D1CF08}" destId="{AEB724D7-64CC-4B02-9EE0-2ABE6BE11CCB}" srcOrd="7" destOrd="0" presId="urn:microsoft.com/office/officeart/2005/8/layout/vList2"/>
    <dgm:cxn modelId="{CFAD4963-39B6-412E-ABE4-F9322940BE9B}" type="presParOf" srcId="{099408CE-EFFF-49B5-A72D-A125A4D1CF08}" destId="{2B494E57-C6D1-43A0-B31B-FB9A0443F20E}" srcOrd="8" destOrd="0" presId="urn:microsoft.com/office/officeart/2005/8/layout/vList2"/>
    <dgm:cxn modelId="{6622BD75-1B42-4D50-9512-2B45AC597432}" type="presParOf" srcId="{099408CE-EFFF-49B5-A72D-A125A4D1CF08}" destId="{2633DF06-656A-4662-876C-AAF1D959444A}" srcOrd="9" destOrd="0" presId="urn:microsoft.com/office/officeart/2005/8/layout/vList2"/>
    <dgm:cxn modelId="{7643BACF-4790-40F4-9C18-59A17757DEFE}" type="presParOf" srcId="{099408CE-EFFF-49B5-A72D-A125A4D1CF08}" destId="{85FAD969-6692-46DE-8462-C7B1EBBE509B}" srcOrd="10" destOrd="0" presId="urn:microsoft.com/office/officeart/2005/8/layout/vList2"/>
    <dgm:cxn modelId="{2D8AF8BF-054B-4E2D-84E8-0FC987752B48}" type="presParOf" srcId="{099408CE-EFFF-49B5-A72D-A125A4D1CF08}" destId="{89A5DB0F-D754-4DD5-9156-720EC8CEDE37}" srcOrd="11" destOrd="0" presId="urn:microsoft.com/office/officeart/2005/8/layout/vList2"/>
    <dgm:cxn modelId="{253EF51A-DF36-49C9-A415-C5B3D5B51EE5}" type="presParOf" srcId="{099408CE-EFFF-49B5-A72D-A125A4D1CF08}" destId="{8A239B22-00FC-4BBA-AB06-7E32CBFCFE54}" srcOrd="12" destOrd="0" presId="urn:microsoft.com/office/officeart/2005/8/layout/vList2"/>
    <dgm:cxn modelId="{C8E83D13-761A-4E18-B9DC-EA86F26DE916}" type="presParOf" srcId="{099408CE-EFFF-49B5-A72D-A125A4D1CF08}" destId="{6901C967-7E7B-4E91-9B5F-B5CA1ED143A5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72BC2-DA27-4C3A-A671-019AE74FBCEF}">
      <dsp:nvSpPr>
        <dsp:cNvPr id="0" name=""/>
        <dsp:cNvSpPr/>
      </dsp:nvSpPr>
      <dsp:spPr>
        <a:xfrm>
          <a:off x="0" y="5950"/>
          <a:ext cx="7081736" cy="2365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9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・申し込み		</a:t>
          </a:r>
          <a:endParaRPr lang="ja-JP" altLang="en-US" sz="9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1547" y="17497"/>
        <a:ext cx="7058642" cy="213451"/>
      </dsp:txXfrm>
    </dsp:sp>
    <dsp:sp modelId="{994ECC7F-ACD9-44C6-972B-836E2287ECE3}">
      <dsp:nvSpPr>
        <dsp:cNvPr id="0" name=""/>
        <dsp:cNvSpPr/>
      </dsp:nvSpPr>
      <dsp:spPr>
        <a:xfrm>
          <a:off x="0" y="242495"/>
          <a:ext cx="7081736" cy="277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845" tIns="8890" rIns="49784" bIns="8890" numCol="1" spcCol="1270" anchor="t" anchorCtr="0">
          <a:noAutofit/>
        </a:bodyPr>
        <a:lstStyle/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↳申し込み流れ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↳解約流れ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0" y="242495"/>
        <a:ext cx="7081736" cy="277485"/>
      </dsp:txXfrm>
    </dsp:sp>
    <dsp:sp modelId="{5CF2131A-5553-49DB-9240-4BFD6B70E9DE}">
      <dsp:nvSpPr>
        <dsp:cNvPr id="0" name=""/>
        <dsp:cNvSpPr/>
      </dsp:nvSpPr>
      <dsp:spPr>
        <a:xfrm>
          <a:off x="0" y="519981"/>
          <a:ext cx="7081736" cy="2365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9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・商品ポータル		</a:t>
          </a:r>
          <a:endParaRPr lang="ja-JP" altLang="en-US" sz="9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1547" y="531528"/>
        <a:ext cx="7058642" cy="213451"/>
      </dsp:txXfrm>
    </dsp:sp>
    <dsp:sp modelId="{5C90F085-A323-42E4-B59B-44A8047C8AC6}">
      <dsp:nvSpPr>
        <dsp:cNvPr id="0" name=""/>
        <dsp:cNvSpPr/>
      </dsp:nvSpPr>
      <dsp:spPr>
        <a:xfrm>
          <a:off x="0" y="769184"/>
          <a:ext cx="7081736" cy="2365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9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・入荷		</a:t>
          </a:r>
          <a:endParaRPr lang="ja-JP" altLang="en-US" sz="9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1547" y="780731"/>
        <a:ext cx="7058642" cy="213451"/>
      </dsp:txXfrm>
    </dsp:sp>
    <dsp:sp modelId="{C067E6F3-3A82-4939-977B-0FCDC5D3C1F9}">
      <dsp:nvSpPr>
        <dsp:cNvPr id="0" name=""/>
        <dsp:cNvSpPr/>
      </dsp:nvSpPr>
      <dsp:spPr>
        <a:xfrm>
          <a:off x="0" y="1005729"/>
          <a:ext cx="7081736" cy="100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845" tIns="8890" rIns="49784" bIns="8890" numCol="1" spcCol="1270" anchor="t" anchorCtr="0">
          <a:noAutofit/>
        </a:bodyPr>
        <a:lstStyle/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↳入荷予定入力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↳入荷予定照会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↳入荷検品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↳入庫入力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↳入荷照会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↳入荷確定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↳入荷確定データ出力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0" y="1005729"/>
        <a:ext cx="7081736" cy="1000768"/>
      </dsp:txXfrm>
    </dsp:sp>
    <dsp:sp modelId="{9CEEA49B-34B5-4BC3-A12E-257B6210C770}">
      <dsp:nvSpPr>
        <dsp:cNvPr id="0" name=""/>
        <dsp:cNvSpPr/>
      </dsp:nvSpPr>
      <dsp:spPr>
        <a:xfrm>
          <a:off x="0" y="2006497"/>
          <a:ext cx="7081736" cy="2365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9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・出荷		</a:t>
          </a:r>
          <a:endParaRPr lang="ja-JP" altLang="en-US" sz="9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1547" y="2018044"/>
        <a:ext cx="7058642" cy="213451"/>
      </dsp:txXfrm>
    </dsp:sp>
    <dsp:sp modelId="{AEB724D7-64CC-4B02-9EE0-2ABE6BE11CCB}">
      <dsp:nvSpPr>
        <dsp:cNvPr id="0" name=""/>
        <dsp:cNvSpPr/>
      </dsp:nvSpPr>
      <dsp:spPr>
        <a:xfrm>
          <a:off x="0" y="2243043"/>
          <a:ext cx="7081736" cy="1128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845" tIns="8890" rIns="49784" bIns="8890" numCol="1" spcCol="1270" anchor="t" anchorCtr="0">
          <a:noAutofit/>
        </a:bodyPr>
        <a:lstStyle/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↳出荷予定入力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↳出荷予定照会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↳欠品伝票照会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↳ピッキングリスト（シングル）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↳出庫入力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↳出庫照会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↳納品書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↳出荷検品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0" y="2243043"/>
        <a:ext cx="7081736" cy="1128138"/>
      </dsp:txXfrm>
    </dsp:sp>
    <dsp:sp modelId="{2B494E57-C6D1-43A0-B31B-FB9A0443F20E}">
      <dsp:nvSpPr>
        <dsp:cNvPr id="0" name=""/>
        <dsp:cNvSpPr/>
      </dsp:nvSpPr>
      <dsp:spPr>
        <a:xfrm>
          <a:off x="0" y="3371181"/>
          <a:ext cx="7081736" cy="23654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9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・棚卸		</a:t>
          </a:r>
          <a:endParaRPr lang="ja-JP" altLang="en-US" sz="9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1547" y="3382728"/>
        <a:ext cx="7058642" cy="213451"/>
      </dsp:txXfrm>
    </dsp:sp>
    <dsp:sp modelId="{2633DF06-656A-4662-876C-AAF1D959444A}">
      <dsp:nvSpPr>
        <dsp:cNvPr id="0" name=""/>
        <dsp:cNvSpPr/>
      </dsp:nvSpPr>
      <dsp:spPr>
        <a:xfrm>
          <a:off x="0" y="3607727"/>
          <a:ext cx="7081736" cy="564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845" tIns="8890" rIns="49784" bIns="8890" numCol="1" spcCol="1270" anchor="t" anchorCtr="0">
          <a:noAutofit/>
        </a:bodyPr>
        <a:lstStyle/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↳棚卸開始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↳棚卸照会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↳棚卸確定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↳棚卸データ出力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0" y="3607727"/>
        <a:ext cx="7081736" cy="564069"/>
      </dsp:txXfrm>
    </dsp:sp>
    <dsp:sp modelId="{85FAD969-6692-46DE-8462-C7B1EBBE509B}">
      <dsp:nvSpPr>
        <dsp:cNvPr id="0" name=""/>
        <dsp:cNvSpPr/>
      </dsp:nvSpPr>
      <dsp:spPr>
        <a:xfrm>
          <a:off x="0" y="4171796"/>
          <a:ext cx="7081736" cy="2365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9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・マスタ設定		</a:t>
          </a:r>
          <a:endParaRPr lang="ja-JP" altLang="en-US" sz="9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1547" y="4183343"/>
        <a:ext cx="7058642" cy="213451"/>
      </dsp:txXfrm>
    </dsp:sp>
    <dsp:sp modelId="{89A5DB0F-D754-4DD5-9156-720EC8CEDE37}">
      <dsp:nvSpPr>
        <dsp:cNvPr id="0" name=""/>
        <dsp:cNvSpPr/>
      </dsp:nvSpPr>
      <dsp:spPr>
        <a:xfrm>
          <a:off x="0" y="4408341"/>
          <a:ext cx="7081736" cy="1710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845" tIns="8890" rIns="49784" bIns="8890" numCol="1" spcCol="1270" anchor="t" anchorCtr="0">
          <a:noAutofit/>
        </a:bodyPr>
        <a:lstStyle/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↳会社マスタ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↳荷主マスタ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↳商品マスタ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↳組織マスタ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↳得意先マスタ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↳仕入マスタ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↳ロケーションマスタ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↳カレンダーマスタ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↳帳票マスタ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↳ロールマスタ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↳納入先マスタ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↳配送業者マスタ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0" y="4408341"/>
        <a:ext cx="7081736" cy="1710404"/>
      </dsp:txXfrm>
    </dsp:sp>
    <dsp:sp modelId="{8A239B22-00FC-4BBA-AB06-7E32CBFCFE54}">
      <dsp:nvSpPr>
        <dsp:cNvPr id="0" name=""/>
        <dsp:cNvSpPr/>
      </dsp:nvSpPr>
      <dsp:spPr>
        <a:xfrm>
          <a:off x="0" y="6118745"/>
          <a:ext cx="7081736" cy="2365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9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・設定		</a:t>
          </a:r>
          <a:endParaRPr lang="ja-JP" altLang="en-US" sz="9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1547" y="6130292"/>
        <a:ext cx="7058642" cy="213451"/>
      </dsp:txXfrm>
    </dsp:sp>
    <dsp:sp modelId="{6901C967-7E7B-4E91-9B5F-B5CA1ED143A5}">
      <dsp:nvSpPr>
        <dsp:cNvPr id="0" name=""/>
        <dsp:cNvSpPr/>
      </dsp:nvSpPr>
      <dsp:spPr>
        <a:xfrm>
          <a:off x="0" y="6355291"/>
          <a:ext cx="7081736" cy="277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845" tIns="8890" rIns="49784" bIns="8890" numCol="1" spcCol="1270" anchor="t" anchorCtr="0">
          <a:noAutofit/>
        </a:bodyPr>
        <a:lstStyle/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↳メッセージマスタ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ja-JP" altLang="en-US" sz="700" kern="1200" smtClean="0">
              <a:latin typeface="Meiryo UI" panose="020B0604030504040204" pitchFamily="50" charset="-128"/>
              <a:ea typeface="Meiryo UI" panose="020B0604030504040204" pitchFamily="50" charset="-128"/>
            </a:rPr>
            <a:t>↳ユーザライセンスマスタ	</a:t>
          </a:r>
          <a:endParaRPr lang="ja-JP" altLang="en-US" sz="700" kern="120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0" y="6355291"/>
        <a:ext cx="7081736" cy="277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43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640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175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29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70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95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68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068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04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92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898CE-EB33-4BDB-9926-D335CDD641DF}" type="datetimeFigureOut">
              <a:rPr kumimoji="1" lang="ja-JP" altLang="en-US" smtClean="0"/>
              <a:t>2024/11/9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6358E-B66D-4A1C-B449-48A6A512E2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54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9356"/>
          </a:xfrm>
        </p:spPr>
        <p:txBody>
          <a:bodyPr anchor="t" anchorCtr="0"/>
          <a:lstStyle/>
          <a:p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Biz-X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 Potts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マニュアル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4679004"/>
            <a:ext cx="9144000" cy="578795"/>
          </a:xfrm>
        </p:spPr>
        <p:txBody>
          <a:bodyPr/>
          <a:lstStyle/>
          <a:p>
            <a:r>
              <a:rPr lang="ja-JP" altLang="en-US" dirty="0"/>
              <a:t>作 成：</a:t>
            </a:r>
            <a:r>
              <a:rPr lang="en-US" altLang="ja-JP" dirty="0" smtClean="0"/>
              <a:t>2024 </a:t>
            </a:r>
            <a:r>
              <a:rPr lang="ja-JP" altLang="en-US" dirty="0" smtClean="0"/>
              <a:t>年</a:t>
            </a:r>
            <a:r>
              <a:rPr lang="en-US" altLang="ja-JP" dirty="0" smtClean="0"/>
              <a:t>10</a:t>
            </a:r>
            <a:r>
              <a:rPr lang="ja-JP" altLang="en-US" dirty="0" smtClean="0"/>
              <a:t>月</a:t>
            </a:r>
            <a:r>
              <a:rPr lang="en-US" altLang="ja-JP" dirty="0" smtClean="0"/>
              <a:t>21</a:t>
            </a:r>
            <a:r>
              <a:rPr lang="ja-JP" altLang="en-US" dirty="0" smtClean="0"/>
              <a:t>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2961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図表 8"/>
          <p:cNvGraphicFramePr/>
          <p:nvPr>
            <p:extLst>
              <p:ext uri="{D42A27DB-BD31-4B8C-83A1-F6EECF244321}">
                <p14:modId xmlns:p14="http://schemas.microsoft.com/office/powerpoint/2010/main" val="3234904026"/>
              </p:ext>
            </p:extLst>
          </p:nvPr>
        </p:nvGraphicFramePr>
        <p:xfrm>
          <a:off x="544750" y="109636"/>
          <a:ext cx="7081736" cy="6638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75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1" name="グループ化 50"/>
          <p:cNvGrpSpPr/>
          <p:nvPr/>
        </p:nvGrpSpPr>
        <p:grpSpPr>
          <a:xfrm>
            <a:off x="363388" y="829215"/>
            <a:ext cx="2580888" cy="5347249"/>
            <a:chOff x="1462621" y="829215"/>
            <a:chExt cx="2580888" cy="5347249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00000000-0008-0000-0200-000002000000}"/>
                </a:ext>
              </a:extLst>
            </p:cNvPr>
            <p:cNvSpPr/>
            <p:nvPr/>
          </p:nvSpPr>
          <p:spPr>
            <a:xfrm>
              <a:off x="1462621" y="829215"/>
              <a:ext cx="2577600" cy="633600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①申し込み会社の基本情報入力</a:t>
              </a:r>
              <a:endPara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（会社、管理者名だけ）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00000000-0008-0000-0200-000005000000}"/>
                </a:ext>
              </a:extLst>
            </p:cNvPr>
            <p:cNvSpPr/>
            <p:nvPr/>
          </p:nvSpPr>
          <p:spPr>
            <a:xfrm>
              <a:off x="1462621" y="4588511"/>
              <a:ext cx="2577549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⑤運用開始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（ログイン、と利用メッセージ）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00000000-0008-0000-0200-000009000000}"/>
                </a:ext>
              </a:extLst>
            </p:cNvPr>
            <p:cNvSpPr/>
            <p:nvPr/>
          </p:nvSpPr>
          <p:spPr>
            <a:xfrm>
              <a:off x="1462621" y="5533735"/>
              <a:ext cx="2577549" cy="64272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⑥会社情報補足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Potts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内の会社マスタで管理）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00000000-0008-0000-0200-00000A000000}"/>
                </a:ext>
              </a:extLst>
            </p:cNvPr>
            <p:cNvSpPr/>
            <p:nvPr/>
          </p:nvSpPr>
          <p:spPr>
            <a:xfrm>
              <a:off x="1462621" y="2698063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③プラン選定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00000000-0008-0000-0200-00000C000000}"/>
                </a:ext>
              </a:extLst>
            </p:cNvPr>
            <p:cNvSpPr/>
            <p:nvPr/>
          </p:nvSpPr>
          <p:spPr>
            <a:xfrm>
              <a:off x="1462621" y="1763639"/>
              <a:ext cx="2577600" cy="633600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②二重認証実施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00000000-0008-0000-0200-00000E000000}"/>
                </a:ext>
              </a:extLst>
            </p:cNvPr>
            <p:cNvCxnSpPr>
              <a:stCxn id="27" idx="2"/>
              <a:endCxn id="31" idx="0"/>
            </p:cNvCxnSpPr>
            <p:nvPr/>
          </p:nvCxnSpPr>
          <p:spPr>
            <a:xfrm>
              <a:off x="2751421" y="1462815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0000000-0008-0000-0200-000010000000}"/>
                </a:ext>
              </a:extLst>
            </p:cNvPr>
            <p:cNvCxnSpPr>
              <a:stCxn id="31" idx="2"/>
              <a:endCxn id="30" idx="0"/>
            </p:cNvCxnSpPr>
            <p:nvPr/>
          </p:nvCxnSpPr>
          <p:spPr>
            <a:xfrm>
              <a:off x="2751421" y="2397239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00000000-0008-0000-0200-000013000000}"/>
                </a:ext>
              </a:extLst>
            </p:cNvPr>
            <p:cNvCxnSpPr>
              <a:stCxn id="30" idx="2"/>
              <a:endCxn id="37" idx="0"/>
            </p:cNvCxnSpPr>
            <p:nvPr/>
          </p:nvCxnSpPr>
          <p:spPr>
            <a:xfrm>
              <a:off x="2751422" y="3342463"/>
              <a:ext cx="3288" cy="301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00000000-0008-0000-0200-000016000000}"/>
                </a:ext>
              </a:extLst>
            </p:cNvPr>
            <p:cNvCxnSpPr>
              <a:stCxn id="37" idx="2"/>
              <a:endCxn id="28" idx="0"/>
            </p:cNvCxnSpPr>
            <p:nvPr/>
          </p:nvCxnSpPr>
          <p:spPr>
            <a:xfrm flipH="1">
              <a:off x="2751396" y="4287916"/>
              <a:ext cx="3314" cy="300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00000000-0008-0000-0200-000019000000}"/>
                </a:ext>
              </a:extLst>
            </p:cNvPr>
            <p:cNvCxnSpPr>
              <a:stCxn id="28" idx="2"/>
              <a:endCxn id="29" idx="0"/>
            </p:cNvCxnSpPr>
            <p:nvPr/>
          </p:nvCxnSpPr>
          <p:spPr>
            <a:xfrm>
              <a:off x="2751396" y="5232911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00000000-0008-0000-0200-00000D000000}"/>
                </a:ext>
              </a:extLst>
            </p:cNvPr>
            <p:cNvSpPr/>
            <p:nvPr/>
          </p:nvSpPr>
          <p:spPr>
            <a:xfrm>
              <a:off x="1465909" y="3643516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④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Stripe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決済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・決済済みの通知の時、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URL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と自動送信両方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・身に覚えのない場合、解約</a:t>
              </a:r>
            </a:p>
          </p:txBody>
        </p:sp>
      </p:grpSp>
      <p:grpSp>
        <p:nvGrpSpPr>
          <p:cNvPr id="38" name="グループ化 37"/>
          <p:cNvGrpSpPr/>
          <p:nvPr/>
        </p:nvGrpSpPr>
        <p:grpSpPr>
          <a:xfrm>
            <a:off x="3720632" y="107005"/>
            <a:ext cx="4754280" cy="3321996"/>
            <a:chOff x="534673" y="610086"/>
            <a:chExt cx="4754280" cy="3757634"/>
          </a:xfrm>
        </p:grpSpPr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A26F7CE3-0698-DD6E-2768-4D8B824B0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673" y="610086"/>
              <a:ext cx="4754280" cy="301064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7F706E2A-CD56-6C52-44E8-28EF1706E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673" y="3620732"/>
              <a:ext cx="4754280" cy="746988"/>
            </a:xfrm>
            <a:prstGeom prst="rect">
              <a:avLst/>
            </a:prstGeom>
          </p:spPr>
        </p:pic>
        <p:sp>
          <p:nvSpPr>
            <p:cNvPr id="41" name="正方形/長方形 40"/>
            <p:cNvSpPr/>
            <p:nvPr/>
          </p:nvSpPr>
          <p:spPr>
            <a:xfrm>
              <a:off x="1459149" y="619814"/>
              <a:ext cx="1118681" cy="2228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テキスト ボックス 25">
              <a:extLst>
                <a:ext uri="{FF2B5EF4-FFF2-40B4-BE49-F238E27FC236}">
                  <a16:creationId xmlns:a16="http://schemas.microsoft.com/office/drawing/2014/main" id="{78451EEB-DE0F-E61F-6291-99A5B7ADC273}"/>
                </a:ext>
              </a:extLst>
            </p:cNvPr>
            <p:cNvSpPr txBox="1"/>
            <p:nvPr/>
          </p:nvSpPr>
          <p:spPr>
            <a:xfrm>
              <a:off x="2018489" y="1452711"/>
              <a:ext cx="2203315" cy="385817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1.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申込　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2.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認証　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3.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プラン選択　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4.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完了</a:t>
              </a:r>
            </a:p>
          </p:txBody>
        </p:sp>
        <p:sp>
          <p:nvSpPr>
            <p:cNvPr id="43" name="角丸四角形 42"/>
            <p:cNvSpPr/>
            <p:nvPr/>
          </p:nvSpPr>
          <p:spPr>
            <a:xfrm>
              <a:off x="2337882" y="3406722"/>
              <a:ext cx="1206230" cy="194553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申込</a:t>
              </a:r>
              <a:endParaRPr kumimoji="1" lang="ja-JP" altLang="en-US" sz="1200" dirty="0"/>
            </a:p>
          </p:txBody>
        </p:sp>
        <p:sp>
          <p:nvSpPr>
            <p:cNvPr id="44" name="テキスト ボックス 43"/>
            <p:cNvSpPr txBox="1"/>
            <p:nvPr/>
          </p:nvSpPr>
          <p:spPr>
            <a:xfrm>
              <a:off x="1530753" y="3202763"/>
              <a:ext cx="794159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ja-JP" altLang="en-US" sz="600" dirty="0" smtClean="0">
                  <a:latin typeface="Meiryo UI" panose="020B0604030504040204" pitchFamily="50" charset="-128"/>
                  <a:ea typeface="Meiryo UI" panose="020B0604030504040204" pitchFamily="50" charset="-128"/>
                </a:rPr>
                <a:t>プロモーションコード</a:t>
              </a:r>
              <a:endParaRPr lang="ja-JP" altLang="en-US" sz="6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45" name="グループ化 44"/>
          <p:cNvGrpSpPr/>
          <p:nvPr/>
        </p:nvGrpSpPr>
        <p:grpSpPr>
          <a:xfrm>
            <a:off x="3727208" y="3537641"/>
            <a:ext cx="4747704" cy="3193899"/>
            <a:chOff x="7428690" y="610086"/>
            <a:chExt cx="4375128" cy="3750761"/>
          </a:xfrm>
        </p:grpSpPr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1275D9C1-6422-4303-A5E1-BE66C3F8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8690" y="610086"/>
              <a:ext cx="4375128" cy="37507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7" name="テキスト ボックス 25">
              <a:extLst>
                <a:ext uri="{FF2B5EF4-FFF2-40B4-BE49-F238E27FC236}">
                  <a16:creationId xmlns:a16="http://schemas.microsoft.com/office/drawing/2014/main" id="{78451EEB-DE0F-E61F-6291-99A5B7ADC273}"/>
                </a:ext>
              </a:extLst>
            </p:cNvPr>
            <p:cNvSpPr txBox="1"/>
            <p:nvPr/>
          </p:nvSpPr>
          <p:spPr>
            <a:xfrm>
              <a:off x="8746787" y="1452710"/>
              <a:ext cx="2203315" cy="385817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1.</a:t>
              </a:r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申込　</a:t>
              </a:r>
              <a:r>
                <a: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2.</a:t>
              </a:r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認証　</a:t>
              </a:r>
              <a:r>
                <a: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3.</a:t>
              </a:r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プラン選択　</a:t>
              </a:r>
              <a:r>
                <a:rPr kumimoji="1"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4.</a:t>
              </a:r>
              <a:r>
                <a:rPr kumimoji="1"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完了</a:t>
              </a:r>
            </a:p>
          </p:txBody>
        </p:sp>
      </p:grpSp>
      <p:sp>
        <p:nvSpPr>
          <p:cNvPr id="48" name="正方形/長方形 47"/>
          <p:cNvSpPr/>
          <p:nvPr/>
        </p:nvSpPr>
        <p:spPr>
          <a:xfrm>
            <a:off x="5423326" y="3577547"/>
            <a:ext cx="1118681" cy="19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8525081" y="231782"/>
            <a:ext cx="2299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申し込み会社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の基本情報入力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8444018" y="3492989"/>
            <a:ext cx="1128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 認証を実施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5218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373115" y="829215"/>
            <a:ext cx="2580888" cy="5347249"/>
            <a:chOff x="450939" y="829215"/>
            <a:chExt cx="2580888" cy="5347249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00000000-0008-0000-0200-000002000000}"/>
                </a:ext>
              </a:extLst>
            </p:cNvPr>
            <p:cNvSpPr/>
            <p:nvPr/>
          </p:nvSpPr>
          <p:spPr>
            <a:xfrm>
              <a:off x="450939" y="829215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①申し込み会社の基本情報入力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（会社、管理者名だけ）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00000000-0008-0000-0200-000005000000}"/>
                </a:ext>
              </a:extLst>
            </p:cNvPr>
            <p:cNvSpPr/>
            <p:nvPr/>
          </p:nvSpPr>
          <p:spPr>
            <a:xfrm>
              <a:off x="450939" y="4588511"/>
              <a:ext cx="2577549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⑤運用開始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（ログイン、と利用メッセージ）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00000000-0008-0000-0200-000009000000}"/>
                </a:ext>
              </a:extLst>
            </p:cNvPr>
            <p:cNvSpPr/>
            <p:nvPr/>
          </p:nvSpPr>
          <p:spPr>
            <a:xfrm>
              <a:off x="450939" y="5533735"/>
              <a:ext cx="2577549" cy="64272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⑥会社情報補足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Potts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内の会社マスタで管理）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00000000-0008-0000-0200-00000A000000}"/>
                </a:ext>
              </a:extLst>
            </p:cNvPr>
            <p:cNvSpPr/>
            <p:nvPr/>
          </p:nvSpPr>
          <p:spPr>
            <a:xfrm>
              <a:off x="450939" y="2698063"/>
              <a:ext cx="2577600" cy="644400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③プラン選定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00000000-0008-0000-0200-00000C000000}"/>
                </a:ext>
              </a:extLst>
            </p:cNvPr>
            <p:cNvSpPr/>
            <p:nvPr/>
          </p:nvSpPr>
          <p:spPr>
            <a:xfrm>
              <a:off x="450939" y="1763639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②二重認証実施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00000000-0008-0000-0200-00000E000000}"/>
                </a:ext>
              </a:extLst>
            </p:cNvPr>
            <p:cNvCxnSpPr>
              <a:stCxn id="27" idx="2"/>
              <a:endCxn id="31" idx="0"/>
            </p:cNvCxnSpPr>
            <p:nvPr/>
          </p:nvCxnSpPr>
          <p:spPr>
            <a:xfrm>
              <a:off x="1739739" y="1462815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0000000-0008-0000-0200-000010000000}"/>
                </a:ext>
              </a:extLst>
            </p:cNvPr>
            <p:cNvCxnSpPr>
              <a:stCxn id="31" idx="2"/>
              <a:endCxn id="30" idx="0"/>
            </p:cNvCxnSpPr>
            <p:nvPr/>
          </p:nvCxnSpPr>
          <p:spPr>
            <a:xfrm>
              <a:off x="1739739" y="2397239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00000000-0008-0000-0200-000013000000}"/>
                </a:ext>
              </a:extLst>
            </p:cNvPr>
            <p:cNvCxnSpPr>
              <a:stCxn id="30" idx="2"/>
              <a:endCxn id="37" idx="0"/>
            </p:cNvCxnSpPr>
            <p:nvPr/>
          </p:nvCxnSpPr>
          <p:spPr>
            <a:xfrm>
              <a:off x="1739740" y="3342463"/>
              <a:ext cx="3288" cy="301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00000000-0008-0000-0200-000016000000}"/>
                </a:ext>
              </a:extLst>
            </p:cNvPr>
            <p:cNvCxnSpPr>
              <a:stCxn id="37" idx="2"/>
              <a:endCxn id="28" idx="0"/>
            </p:cNvCxnSpPr>
            <p:nvPr/>
          </p:nvCxnSpPr>
          <p:spPr>
            <a:xfrm flipH="1">
              <a:off x="1739714" y="4287916"/>
              <a:ext cx="3314" cy="300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00000000-0008-0000-0200-000019000000}"/>
                </a:ext>
              </a:extLst>
            </p:cNvPr>
            <p:cNvCxnSpPr>
              <a:stCxn id="28" idx="2"/>
              <a:endCxn id="29" idx="0"/>
            </p:cNvCxnSpPr>
            <p:nvPr/>
          </p:nvCxnSpPr>
          <p:spPr>
            <a:xfrm>
              <a:off x="1739714" y="5232911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00000000-0008-0000-0200-00000D000000}"/>
                </a:ext>
              </a:extLst>
            </p:cNvPr>
            <p:cNvSpPr/>
            <p:nvPr/>
          </p:nvSpPr>
          <p:spPr>
            <a:xfrm>
              <a:off x="454227" y="3643516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④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Stripe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決済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・決済済みの通知の時、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URL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と自動送信両方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・身に覚えのない場合、解約</a:t>
              </a:r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8346742" y="270531"/>
            <a:ext cx="979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プラン選定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615C5780-42CC-30D8-2C92-AA9812AE8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158" y="2011681"/>
            <a:ext cx="4169346" cy="46939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45A06269-3C7E-5561-BE99-D6C9E92C5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470" y="186467"/>
            <a:ext cx="4185034" cy="1825213"/>
          </a:xfrm>
          <a:prstGeom prst="rect">
            <a:avLst/>
          </a:prstGeom>
        </p:spPr>
      </p:pic>
      <p:sp>
        <p:nvSpPr>
          <p:cNvPr id="60" name="テキスト ボックス 25">
            <a:extLst>
              <a:ext uri="{FF2B5EF4-FFF2-40B4-BE49-F238E27FC236}">
                <a16:creationId xmlns:a16="http://schemas.microsoft.com/office/drawing/2014/main" id="{78451EEB-DE0F-E61F-6291-99A5B7ADC273}"/>
              </a:ext>
            </a:extLst>
          </p:cNvPr>
          <p:cNvSpPr txBox="1"/>
          <p:nvPr/>
        </p:nvSpPr>
        <p:spPr>
          <a:xfrm>
            <a:off x="5253269" y="1500048"/>
            <a:ext cx="2203315" cy="389711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申込　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認証　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プラン選択　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完了</a:t>
            </a:r>
          </a:p>
        </p:txBody>
      </p:sp>
      <p:sp>
        <p:nvSpPr>
          <p:cNvPr id="61" name="正方形/長方形 60"/>
          <p:cNvSpPr/>
          <p:nvPr/>
        </p:nvSpPr>
        <p:spPr>
          <a:xfrm>
            <a:off x="4645108" y="237525"/>
            <a:ext cx="1118681" cy="19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F73C0F93-73ED-19FF-92EA-4687930C0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54" y="1901027"/>
            <a:ext cx="3810912" cy="992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1E233788-AA84-EC3A-C49B-44161E32D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952" y="2873876"/>
            <a:ext cx="3837414" cy="4003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7327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373115" y="829215"/>
            <a:ext cx="2580888" cy="5347249"/>
            <a:chOff x="450939" y="829215"/>
            <a:chExt cx="2580888" cy="5347249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00000000-0008-0000-0200-000002000000}"/>
                </a:ext>
              </a:extLst>
            </p:cNvPr>
            <p:cNvSpPr/>
            <p:nvPr/>
          </p:nvSpPr>
          <p:spPr>
            <a:xfrm>
              <a:off x="450939" y="829215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①申し込み会社の基本情報入力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（会社、管理者名だけ）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00000000-0008-0000-0200-000005000000}"/>
                </a:ext>
              </a:extLst>
            </p:cNvPr>
            <p:cNvSpPr/>
            <p:nvPr/>
          </p:nvSpPr>
          <p:spPr>
            <a:xfrm>
              <a:off x="450939" y="4588511"/>
              <a:ext cx="2577549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⑤運用開始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（ログイン、と利用メッセージ）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00000000-0008-0000-0200-000009000000}"/>
                </a:ext>
              </a:extLst>
            </p:cNvPr>
            <p:cNvSpPr/>
            <p:nvPr/>
          </p:nvSpPr>
          <p:spPr>
            <a:xfrm>
              <a:off x="450939" y="5533735"/>
              <a:ext cx="2577549" cy="64272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⑥会社情報補足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Potts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内の会社マスタで管理）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00000000-0008-0000-0200-00000A000000}"/>
                </a:ext>
              </a:extLst>
            </p:cNvPr>
            <p:cNvSpPr/>
            <p:nvPr/>
          </p:nvSpPr>
          <p:spPr>
            <a:xfrm>
              <a:off x="450939" y="2698063"/>
              <a:ext cx="2577600" cy="644400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③プラン選定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00000000-0008-0000-0200-00000C000000}"/>
                </a:ext>
              </a:extLst>
            </p:cNvPr>
            <p:cNvSpPr/>
            <p:nvPr/>
          </p:nvSpPr>
          <p:spPr>
            <a:xfrm>
              <a:off x="450939" y="1763639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②二重認証実施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00000000-0008-0000-0200-00000E000000}"/>
                </a:ext>
              </a:extLst>
            </p:cNvPr>
            <p:cNvCxnSpPr>
              <a:stCxn id="27" idx="2"/>
              <a:endCxn id="31" idx="0"/>
            </p:cNvCxnSpPr>
            <p:nvPr/>
          </p:nvCxnSpPr>
          <p:spPr>
            <a:xfrm>
              <a:off x="1739739" y="1462815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0000000-0008-0000-0200-000010000000}"/>
                </a:ext>
              </a:extLst>
            </p:cNvPr>
            <p:cNvCxnSpPr>
              <a:stCxn id="31" idx="2"/>
              <a:endCxn id="30" idx="0"/>
            </p:cNvCxnSpPr>
            <p:nvPr/>
          </p:nvCxnSpPr>
          <p:spPr>
            <a:xfrm>
              <a:off x="1739739" y="2397239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00000000-0008-0000-0200-000013000000}"/>
                </a:ext>
              </a:extLst>
            </p:cNvPr>
            <p:cNvCxnSpPr>
              <a:stCxn id="30" idx="2"/>
              <a:endCxn id="37" idx="0"/>
            </p:cNvCxnSpPr>
            <p:nvPr/>
          </p:nvCxnSpPr>
          <p:spPr>
            <a:xfrm>
              <a:off x="1739740" y="3342463"/>
              <a:ext cx="3288" cy="301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00000000-0008-0000-0200-000016000000}"/>
                </a:ext>
              </a:extLst>
            </p:cNvPr>
            <p:cNvCxnSpPr>
              <a:stCxn id="37" idx="2"/>
              <a:endCxn id="28" idx="0"/>
            </p:cNvCxnSpPr>
            <p:nvPr/>
          </p:nvCxnSpPr>
          <p:spPr>
            <a:xfrm flipH="1">
              <a:off x="1739714" y="4287916"/>
              <a:ext cx="3314" cy="300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00000000-0008-0000-0200-000019000000}"/>
                </a:ext>
              </a:extLst>
            </p:cNvPr>
            <p:cNvCxnSpPr>
              <a:stCxn id="28" idx="2"/>
              <a:endCxn id="29" idx="0"/>
            </p:cNvCxnSpPr>
            <p:nvPr/>
          </p:nvCxnSpPr>
          <p:spPr>
            <a:xfrm>
              <a:off x="1739714" y="5232911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00000000-0008-0000-0200-00000D000000}"/>
                </a:ext>
              </a:extLst>
            </p:cNvPr>
            <p:cNvSpPr/>
            <p:nvPr/>
          </p:nvSpPr>
          <p:spPr>
            <a:xfrm>
              <a:off x="454227" y="3643516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④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Stripe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決済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・決済済みの通知の時、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URL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と自動送信両方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・身に覚えのない場合、解約</a:t>
              </a:r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8346742" y="270531"/>
            <a:ext cx="979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プラン選定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正方形/長方形 60"/>
          <p:cNvSpPr/>
          <p:nvPr/>
        </p:nvSpPr>
        <p:spPr>
          <a:xfrm>
            <a:off x="4645108" y="237525"/>
            <a:ext cx="1118681" cy="19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A311D0D1-97C5-9AB9-3B31-A380E240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571" y="1028628"/>
            <a:ext cx="2530439" cy="8400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CCC5635-3340-8604-6064-7E60074B4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571" y="2059569"/>
            <a:ext cx="4489789" cy="1851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C4D88C08-A058-AF88-6DCD-473AFD972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571" y="4327639"/>
            <a:ext cx="3793993" cy="18533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60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373115" y="829215"/>
            <a:ext cx="2580888" cy="5347249"/>
            <a:chOff x="450939" y="829215"/>
            <a:chExt cx="2580888" cy="5347249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00000000-0008-0000-0200-000002000000}"/>
                </a:ext>
              </a:extLst>
            </p:cNvPr>
            <p:cNvSpPr/>
            <p:nvPr/>
          </p:nvSpPr>
          <p:spPr>
            <a:xfrm>
              <a:off x="450939" y="829215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①申し込み会社の基本情報入力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（会社、管理者名だけ）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00000000-0008-0000-0200-000005000000}"/>
                </a:ext>
              </a:extLst>
            </p:cNvPr>
            <p:cNvSpPr/>
            <p:nvPr/>
          </p:nvSpPr>
          <p:spPr>
            <a:xfrm>
              <a:off x="450939" y="4588511"/>
              <a:ext cx="2577549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⑤運用開始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（ログイン、と利用メッセージ）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00000000-0008-0000-0200-000009000000}"/>
                </a:ext>
              </a:extLst>
            </p:cNvPr>
            <p:cNvSpPr/>
            <p:nvPr/>
          </p:nvSpPr>
          <p:spPr>
            <a:xfrm>
              <a:off x="450939" y="5533735"/>
              <a:ext cx="2577549" cy="64272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⑥会社情報補足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Potts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内の会社マスタで管理）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00000000-0008-0000-0200-00000A000000}"/>
                </a:ext>
              </a:extLst>
            </p:cNvPr>
            <p:cNvSpPr/>
            <p:nvPr/>
          </p:nvSpPr>
          <p:spPr>
            <a:xfrm>
              <a:off x="450939" y="2698063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③プラン選定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00000000-0008-0000-0200-00000C000000}"/>
                </a:ext>
              </a:extLst>
            </p:cNvPr>
            <p:cNvSpPr/>
            <p:nvPr/>
          </p:nvSpPr>
          <p:spPr>
            <a:xfrm>
              <a:off x="450939" y="1763639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②二重認証実施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00000000-0008-0000-0200-00000E000000}"/>
                </a:ext>
              </a:extLst>
            </p:cNvPr>
            <p:cNvCxnSpPr>
              <a:stCxn id="27" idx="2"/>
              <a:endCxn id="31" idx="0"/>
            </p:cNvCxnSpPr>
            <p:nvPr/>
          </p:nvCxnSpPr>
          <p:spPr>
            <a:xfrm>
              <a:off x="1739739" y="1462815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0000000-0008-0000-0200-000010000000}"/>
                </a:ext>
              </a:extLst>
            </p:cNvPr>
            <p:cNvCxnSpPr>
              <a:stCxn id="31" idx="2"/>
              <a:endCxn id="30" idx="0"/>
            </p:cNvCxnSpPr>
            <p:nvPr/>
          </p:nvCxnSpPr>
          <p:spPr>
            <a:xfrm>
              <a:off x="1739739" y="2397239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00000000-0008-0000-0200-000013000000}"/>
                </a:ext>
              </a:extLst>
            </p:cNvPr>
            <p:cNvCxnSpPr>
              <a:stCxn id="30" idx="2"/>
              <a:endCxn id="37" idx="0"/>
            </p:cNvCxnSpPr>
            <p:nvPr/>
          </p:nvCxnSpPr>
          <p:spPr>
            <a:xfrm>
              <a:off x="1739740" y="3342463"/>
              <a:ext cx="3288" cy="301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00000000-0008-0000-0200-000016000000}"/>
                </a:ext>
              </a:extLst>
            </p:cNvPr>
            <p:cNvCxnSpPr>
              <a:stCxn id="37" idx="2"/>
              <a:endCxn id="28" idx="0"/>
            </p:cNvCxnSpPr>
            <p:nvPr/>
          </p:nvCxnSpPr>
          <p:spPr>
            <a:xfrm flipH="1">
              <a:off x="1739714" y="4287916"/>
              <a:ext cx="3314" cy="300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00000000-0008-0000-0200-000019000000}"/>
                </a:ext>
              </a:extLst>
            </p:cNvPr>
            <p:cNvCxnSpPr>
              <a:stCxn id="28" idx="2"/>
              <a:endCxn id="29" idx="0"/>
            </p:cNvCxnSpPr>
            <p:nvPr/>
          </p:nvCxnSpPr>
          <p:spPr>
            <a:xfrm>
              <a:off x="1739714" y="5232911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00000000-0008-0000-0200-00000D000000}"/>
                </a:ext>
              </a:extLst>
            </p:cNvPr>
            <p:cNvSpPr/>
            <p:nvPr/>
          </p:nvSpPr>
          <p:spPr>
            <a:xfrm>
              <a:off x="454227" y="3643516"/>
              <a:ext cx="2577600" cy="644400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④</a:t>
              </a:r>
              <a:r>
                <a:rPr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Stripe</a:t>
              </a:r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決済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・決済済みの通知の時、</a:t>
              </a:r>
              <a:r>
                <a:rPr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URL</a:t>
              </a:r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と自動送信両方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・身に覚えのない場合、解約</a:t>
              </a:r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8346742" y="270531"/>
            <a:ext cx="1135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4. Stripe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決済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正方形/長方形 60"/>
          <p:cNvSpPr/>
          <p:nvPr/>
        </p:nvSpPr>
        <p:spPr>
          <a:xfrm>
            <a:off x="4645108" y="237525"/>
            <a:ext cx="1118681" cy="19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F34EEA20-D806-56E6-FA93-CF8780AC7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29" y="921238"/>
            <a:ext cx="4418091" cy="3559322"/>
          </a:xfrm>
          <a:prstGeom prst="rect">
            <a:avLst/>
          </a:prstGeom>
          <a:ln>
            <a:solidFill>
              <a:schemeClr val="l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263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373115" y="829215"/>
            <a:ext cx="2580888" cy="5347249"/>
            <a:chOff x="450939" y="829215"/>
            <a:chExt cx="2580888" cy="5347249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00000000-0008-0000-0200-000002000000}"/>
                </a:ext>
              </a:extLst>
            </p:cNvPr>
            <p:cNvSpPr/>
            <p:nvPr/>
          </p:nvSpPr>
          <p:spPr>
            <a:xfrm>
              <a:off x="450939" y="829215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①申し込み会社の基本情報入力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（会社、管理者名だけ）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00000000-0008-0000-0200-000005000000}"/>
                </a:ext>
              </a:extLst>
            </p:cNvPr>
            <p:cNvSpPr/>
            <p:nvPr/>
          </p:nvSpPr>
          <p:spPr>
            <a:xfrm>
              <a:off x="450939" y="4588511"/>
              <a:ext cx="2577549" cy="644400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⑤運用開始</a:t>
              </a:r>
              <a:endParaRPr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（ログイン、と利用メッセージ）</a:t>
              </a:r>
              <a:endParaRPr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00000000-0008-0000-0200-000009000000}"/>
                </a:ext>
              </a:extLst>
            </p:cNvPr>
            <p:cNvSpPr/>
            <p:nvPr/>
          </p:nvSpPr>
          <p:spPr>
            <a:xfrm>
              <a:off x="450939" y="5533735"/>
              <a:ext cx="2577549" cy="64272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⑥会社情報補足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900">
                  <a:latin typeface="Meiryo UI" panose="020B0604030504040204" pitchFamily="50" charset="-128"/>
                  <a:ea typeface="Meiryo UI" panose="020B0604030504040204" pitchFamily="50" charset="-128"/>
                </a:rPr>
                <a:t>Potts</a:t>
              </a:r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内の会社マスタで管理）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00000000-0008-0000-0200-00000A000000}"/>
                </a:ext>
              </a:extLst>
            </p:cNvPr>
            <p:cNvSpPr/>
            <p:nvPr/>
          </p:nvSpPr>
          <p:spPr>
            <a:xfrm>
              <a:off x="450939" y="2698063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③プラン選定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00000000-0008-0000-0200-00000C000000}"/>
                </a:ext>
              </a:extLst>
            </p:cNvPr>
            <p:cNvSpPr/>
            <p:nvPr/>
          </p:nvSpPr>
          <p:spPr>
            <a:xfrm>
              <a:off x="450939" y="1763639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②二重認証実施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00000000-0008-0000-0200-00000E000000}"/>
                </a:ext>
              </a:extLst>
            </p:cNvPr>
            <p:cNvCxnSpPr>
              <a:stCxn id="27" idx="2"/>
              <a:endCxn id="31" idx="0"/>
            </p:cNvCxnSpPr>
            <p:nvPr/>
          </p:nvCxnSpPr>
          <p:spPr>
            <a:xfrm>
              <a:off x="1739739" y="1462815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0000000-0008-0000-0200-000010000000}"/>
                </a:ext>
              </a:extLst>
            </p:cNvPr>
            <p:cNvCxnSpPr>
              <a:stCxn id="31" idx="2"/>
              <a:endCxn id="30" idx="0"/>
            </p:cNvCxnSpPr>
            <p:nvPr/>
          </p:nvCxnSpPr>
          <p:spPr>
            <a:xfrm>
              <a:off x="1739739" y="2397239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00000000-0008-0000-0200-000013000000}"/>
                </a:ext>
              </a:extLst>
            </p:cNvPr>
            <p:cNvCxnSpPr>
              <a:stCxn id="30" idx="2"/>
              <a:endCxn id="37" idx="0"/>
            </p:cNvCxnSpPr>
            <p:nvPr/>
          </p:nvCxnSpPr>
          <p:spPr>
            <a:xfrm>
              <a:off x="1739740" y="3342463"/>
              <a:ext cx="3288" cy="301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00000000-0008-0000-0200-000016000000}"/>
                </a:ext>
              </a:extLst>
            </p:cNvPr>
            <p:cNvCxnSpPr>
              <a:stCxn id="37" idx="2"/>
              <a:endCxn id="28" idx="0"/>
            </p:cNvCxnSpPr>
            <p:nvPr/>
          </p:nvCxnSpPr>
          <p:spPr>
            <a:xfrm flipH="1">
              <a:off x="1739714" y="4287916"/>
              <a:ext cx="3314" cy="300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00000000-0008-0000-0200-000019000000}"/>
                </a:ext>
              </a:extLst>
            </p:cNvPr>
            <p:cNvCxnSpPr>
              <a:stCxn id="28" idx="2"/>
              <a:endCxn id="29" idx="0"/>
            </p:cNvCxnSpPr>
            <p:nvPr/>
          </p:nvCxnSpPr>
          <p:spPr>
            <a:xfrm>
              <a:off x="1739714" y="5232911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00000000-0008-0000-0200-00000D000000}"/>
                </a:ext>
              </a:extLst>
            </p:cNvPr>
            <p:cNvSpPr/>
            <p:nvPr/>
          </p:nvSpPr>
          <p:spPr>
            <a:xfrm>
              <a:off x="454227" y="3643516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④</a:t>
              </a:r>
              <a:r>
                <a:rPr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Stripe</a:t>
              </a:r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決済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・決済済みの通知の時、</a:t>
              </a:r>
              <a:r>
                <a:rPr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URL</a:t>
              </a:r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と自動送信両方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・身に覚えのない場合、解約</a:t>
              </a:r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8346742" y="27053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5. 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運用開始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正方形/長方形 60"/>
          <p:cNvSpPr/>
          <p:nvPr/>
        </p:nvSpPr>
        <p:spPr>
          <a:xfrm>
            <a:off x="4645108" y="237525"/>
            <a:ext cx="1118681" cy="19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DF764CAA-8E4B-DEE4-B9EE-8CF356E49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23" y="434505"/>
            <a:ext cx="4890531" cy="34516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テキスト ボックス 25">
            <a:extLst>
              <a:ext uri="{FF2B5EF4-FFF2-40B4-BE49-F238E27FC236}">
                <a16:creationId xmlns:a16="http://schemas.microsoft.com/office/drawing/2014/main" id="{78451EEB-DE0F-E61F-6291-99A5B7ADC273}"/>
              </a:ext>
            </a:extLst>
          </p:cNvPr>
          <p:cNvSpPr txBox="1"/>
          <p:nvPr/>
        </p:nvSpPr>
        <p:spPr>
          <a:xfrm>
            <a:off x="4994342" y="2103120"/>
            <a:ext cx="2203315" cy="594943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申込　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認証　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プラン選択　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完了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87320CA9-42B1-CC85-5B9B-5E72D765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523" y="4097280"/>
            <a:ext cx="4890531" cy="2547360"/>
          </a:xfrm>
          <a:prstGeom prst="rect">
            <a:avLst/>
          </a:prstGeom>
          <a:ln>
            <a:solidFill>
              <a:schemeClr val="l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986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373115" y="829215"/>
            <a:ext cx="2580888" cy="5347249"/>
            <a:chOff x="450939" y="829215"/>
            <a:chExt cx="2580888" cy="5347249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00000000-0008-0000-0200-000002000000}"/>
                </a:ext>
              </a:extLst>
            </p:cNvPr>
            <p:cNvSpPr/>
            <p:nvPr/>
          </p:nvSpPr>
          <p:spPr>
            <a:xfrm>
              <a:off x="450939" y="829215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①申し込み会社の基本情報入力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（会社、管理者名だけ）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00000000-0008-0000-0200-000005000000}"/>
                </a:ext>
              </a:extLst>
            </p:cNvPr>
            <p:cNvSpPr/>
            <p:nvPr/>
          </p:nvSpPr>
          <p:spPr>
            <a:xfrm>
              <a:off x="450939" y="4588511"/>
              <a:ext cx="2577549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⑤運用開始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（ログイン、と利用メッセージ）</a:t>
              </a:r>
              <a:endPara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00000000-0008-0000-0200-000009000000}"/>
                </a:ext>
              </a:extLst>
            </p:cNvPr>
            <p:cNvSpPr/>
            <p:nvPr/>
          </p:nvSpPr>
          <p:spPr>
            <a:xfrm>
              <a:off x="450939" y="5533735"/>
              <a:ext cx="2577549" cy="642729"/>
            </a:xfrm>
            <a:prstGeom prst="roundRect">
              <a:avLst/>
            </a:prstGeom>
            <a:solidFill>
              <a:srgbClr val="2CA7B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⑥会社情報補足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Potts</a:t>
              </a:r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内の会社マスタで管理）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00000000-0008-0000-0200-00000A000000}"/>
                </a:ext>
              </a:extLst>
            </p:cNvPr>
            <p:cNvSpPr/>
            <p:nvPr/>
          </p:nvSpPr>
          <p:spPr>
            <a:xfrm>
              <a:off x="450939" y="2698063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③プラン選定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00000000-0008-0000-0200-00000C000000}"/>
                </a:ext>
              </a:extLst>
            </p:cNvPr>
            <p:cNvSpPr/>
            <p:nvPr/>
          </p:nvSpPr>
          <p:spPr>
            <a:xfrm>
              <a:off x="450939" y="1763639"/>
              <a:ext cx="2577600" cy="6336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>
                  <a:latin typeface="Meiryo UI" panose="020B0604030504040204" pitchFamily="50" charset="-128"/>
                  <a:ea typeface="Meiryo UI" panose="020B0604030504040204" pitchFamily="50" charset="-128"/>
                </a:rPr>
                <a:t>②二重認証実施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00000000-0008-0000-0200-00000E000000}"/>
                </a:ext>
              </a:extLst>
            </p:cNvPr>
            <p:cNvCxnSpPr>
              <a:stCxn id="27" idx="2"/>
              <a:endCxn id="31" idx="0"/>
            </p:cNvCxnSpPr>
            <p:nvPr/>
          </p:nvCxnSpPr>
          <p:spPr>
            <a:xfrm>
              <a:off x="1739739" y="1462815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0000000-0008-0000-0200-000010000000}"/>
                </a:ext>
              </a:extLst>
            </p:cNvPr>
            <p:cNvCxnSpPr>
              <a:stCxn id="31" idx="2"/>
              <a:endCxn id="30" idx="0"/>
            </p:cNvCxnSpPr>
            <p:nvPr/>
          </p:nvCxnSpPr>
          <p:spPr>
            <a:xfrm>
              <a:off x="1739739" y="2397239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00000000-0008-0000-0200-000013000000}"/>
                </a:ext>
              </a:extLst>
            </p:cNvPr>
            <p:cNvCxnSpPr>
              <a:stCxn id="30" idx="2"/>
              <a:endCxn id="37" idx="0"/>
            </p:cNvCxnSpPr>
            <p:nvPr/>
          </p:nvCxnSpPr>
          <p:spPr>
            <a:xfrm>
              <a:off x="1739740" y="3342463"/>
              <a:ext cx="3288" cy="301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00000000-0008-0000-0200-000016000000}"/>
                </a:ext>
              </a:extLst>
            </p:cNvPr>
            <p:cNvCxnSpPr>
              <a:stCxn id="37" idx="2"/>
              <a:endCxn id="28" idx="0"/>
            </p:cNvCxnSpPr>
            <p:nvPr/>
          </p:nvCxnSpPr>
          <p:spPr>
            <a:xfrm flipH="1">
              <a:off x="1739714" y="4287916"/>
              <a:ext cx="3314" cy="300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00000000-0008-0000-0200-000019000000}"/>
                </a:ext>
              </a:extLst>
            </p:cNvPr>
            <p:cNvCxnSpPr>
              <a:stCxn id="28" idx="2"/>
              <a:endCxn id="29" idx="0"/>
            </p:cNvCxnSpPr>
            <p:nvPr/>
          </p:nvCxnSpPr>
          <p:spPr>
            <a:xfrm>
              <a:off x="1739714" y="5232911"/>
              <a:ext cx="0" cy="3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00000000-0008-0000-0200-00000D000000}"/>
                </a:ext>
              </a:extLst>
            </p:cNvPr>
            <p:cNvSpPr/>
            <p:nvPr/>
          </p:nvSpPr>
          <p:spPr>
            <a:xfrm>
              <a:off x="454227" y="3643516"/>
              <a:ext cx="2577600" cy="6444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④</a:t>
              </a:r>
              <a:r>
                <a:rPr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Stripe</a:t>
              </a:r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決済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・決済済みの通知の時、</a:t>
              </a:r>
              <a:r>
                <a:rPr lang="en-US" altLang="ja-JP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URL</a:t>
              </a:r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と自動送信両方</a:t>
              </a:r>
              <a:endPara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9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・身に覚えのない場合、解約</a:t>
              </a:r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8316285" y="270531"/>
            <a:ext cx="1258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会社情報補足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正方形/長方形 60"/>
          <p:cNvSpPr/>
          <p:nvPr/>
        </p:nvSpPr>
        <p:spPr>
          <a:xfrm>
            <a:off x="4645108" y="237525"/>
            <a:ext cx="1118681" cy="19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组合 23"/>
          <p:cNvGrpSpPr/>
          <p:nvPr/>
        </p:nvGrpSpPr>
        <p:grpSpPr>
          <a:xfrm>
            <a:off x="3284928" y="637851"/>
            <a:ext cx="5185735" cy="6011330"/>
            <a:chOff x="0" y="0"/>
            <a:chExt cx="21555" cy="22605"/>
          </a:xfrm>
        </p:grpSpPr>
        <p:pic>
          <p:nvPicPr>
            <p:cNvPr id="19" name="图片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990"/>
              <a:ext cx="21555" cy="126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1555" cy="1261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4189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7428690" y="832898"/>
            <a:ext cx="2289242" cy="120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4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7893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2911813" cy="832897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3200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申し込み流れ</a:t>
            </a:r>
            <a:endParaRPr kumimoji="1"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4630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707</Words>
  <Application>Microsoft Office PowerPoint</Application>
  <PresentationFormat>ワイド画面</PresentationFormat>
  <Paragraphs>132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Meiryo UI</vt:lpstr>
      <vt:lpstr>游ゴシック</vt:lpstr>
      <vt:lpstr>游ゴシック Light</vt:lpstr>
      <vt:lpstr>Arial</vt:lpstr>
      <vt:lpstr>Office テーマ</vt:lpstr>
      <vt:lpstr>Biz-X Pottsマニュアル</vt:lpstr>
      <vt:lpstr>PowerPoint プレゼンテーション</vt:lpstr>
      <vt:lpstr>申し込み流れ</vt:lpstr>
      <vt:lpstr>申し込み流れ</vt:lpstr>
      <vt:lpstr>申し込み流れ</vt:lpstr>
      <vt:lpstr>申し込み流れ</vt:lpstr>
      <vt:lpstr>申し込み流れ</vt:lpstr>
      <vt:lpstr>申し込み流れ</vt:lpstr>
      <vt:lpstr>申し込み流れ</vt:lpstr>
      <vt:lpstr>申し込み流れ</vt:lpstr>
      <vt:lpstr>申し込み流れ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</dc:creator>
  <cp:lastModifiedBy>user</cp:lastModifiedBy>
  <cp:revision>120</cp:revision>
  <dcterms:created xsi:type="dcterms:W3CDTF">2024-11-09T07:18:36Z</dcterms:created>
  <dcterms:modified xsi:type="dcterms:W3CDTF">2024-11-09T08:06:25Z</dcterms:modified>
</cp:coreProperties>
</file>